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8B45"/>
    <a:srgbClr val="820000"/>
    <a:srgbClr val="E36E7F"/>
    <a:srgbClr val="2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D108E3-28E6-44B4-B493-3143A7121F57}" v="2" dt="2026-10-23T00:20:19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719" autoAdjust="0"/>
  </p:normalViewPr>
  <p:slideViewPr>
    <p:cSldViewPr snapToGrid="0">
      <p:cViewPr varScale="1">
        <p:scale>
          <a:sx n="90" d="100"/>
          <a:sy n="90" d="100"/>
        </p:scale>
        <p:origin x="13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Fernando Alexandre" userId="12ffd4bc-3818-4fde-9448-37b2d4bae3f0" providerId="ADAL" clId="{E55E3375-9009-40C2-8E30-685C03C2AC00}"/>
    <pc:docChg chg="custSel modSld">
      <pc:chgData name="Luis Fernando Alexandre" userId="12ffd4bc-3818-4fde-9448-37b2d4bae3f0" providerId="ADAL" clId="{E55E3375-9009-40C2-8E30-685C03C2AC00}" dt="2026-10-23T00:21:52.888" v="367" actId="20577"/>
      <pc:docMkLst>
        <pc:docMk/>
      </pc:docMkLst>
      <pc:sldChg chg="addSp delSp modSp mod">
        <pc:chgData name="Luis Fernando Alexandre" userId="12ffd4bc-3818-4fde-9448-37b2d4bae3f0" providerId="ADAL" clId="{E55E3375-9009-40C2-8E30-685C03C2AC00}" dt="2026-10-23T00:21:52.888" v="367" actId="20577"/>
        <pc:sldMkLst>
          <pc:docMk/>
          <pc:sldMk cId="768624400" sldId="267"/>
        </pc:sldMkLst>
        <pc:spChg chg="mod">
          <ac:chgData name="Luis Fernando Alexandre" userId="12ffd4bc-3818-4fde-9448-37b2d4bae3f0" providerId="ADAL" clId="{E55E3375-9009-40C2-8E30-685C03C2AC00}" dt="2026-10-23T00:18:45.585" v="28" actId="14100"/>
          <ac:spMkLst>
            <pc:docMk/>
            <pc:sldMk cId="768624400" sldId="267"/>
            <ac:spMk id="6" creationId="{BFE6C8B3-FC49-4C2F-A841-86F6FE936F96}"/>
          </ac:spMkLst>
        </pc:spChg>
        <pc:spChg chg="del">
          <ac:chgData name="Luis Fernando Alexandre" userId="12ffd4bc-3818-4fde-9448-37b2d4bae3f0" providerId="ADAL" clId="{E55E3375-9009-40C2-8E30-685C03C2AC00}" dt="2026-10-23T00:18:09.668" v="18" actId="478"/>
          <ac:spMkLst>
            <pc:docMk/>
            <pc:sldMk cId="768624400" sldId="267"/>
            <ac:spMk id="7" creationId="{32DCA2AD-F168-4C4F-8F4F-5300113E8866}"/>
          </ac:spMkLst>
        </pc:spChg>
        <pc:spChg chg="del">
          <ac:chgData name="Luis Fernando Alexandre" userId="12ffd4bc-3818-4fde-9448-37b2d4bae3f0" providerId="ADAL" clId="{E55E3375-9009-40C2-8E30-685C03C2AC00}" dt="2026-10-23T00:17:43.114" v="0" actId="478"/>
          <ac:spMkLst>
            <pc:docMk/>
            <pc:sldMk cId="768624400" sldId="267"/>
            <ac:spMk id="8" creationId="{60EB686B-438C-48DE-A921-038C9D68DABE}"/>
          </ac:spMkLst>
        </pc:spChg>
        <pc:spChg chg="del">
          <ac:chgData name="Luis Fernando Alexandre" userId="12ffd4bc-3818-4fde-9448-37b2d4bae3f0" providerId="ADAL" clId="{E55E3375-9009-40C2-8E30-685C03C2AC00}" dt="2026-10-23T00:17:43.114" v="0" actId="478"/>
          <ac:spMkLst>
            <pc:docMk/>
            <pc:sldMk cId="768624400" sldId="267"/>
            <ac:spMk id="9" creationId="{6314EADA-57E4-4F2F-BC79-44D3FF7A1A07}"/>
          </ac:spMkLst>
        </pc:spChg>
        <pc:spChg chg="del">
          <ac:chgData name="Luis Fernando Alexandre" userId="12ffd4bc-3818-4fde-9448-37b2d4bae3f0" providerId="ADAL" clId="{E55E3375-9009-40C2-8E30-685C03C2AC00}" dt="2026-10-23T00:17:43.114" v="0" actId="478"/>
          <ac:spMkLst>
            <pc:docMk/>
            <pc:sldMk cId="768624400" sldId="267"/>
            <ac:spMk id="10" creationId="{F9D22443-BC02-4017-867F-8D3BFCE252E2}"/>
          </ac:spMkLst>
        </pc:spChg>
        <pc:spChg chg="del">
          <ac:chgData name="Luis Fernando Alexandre" userId="12ffd4bc-3818-4fde-9448-37b2d4bae3f0" providerId="ADAL" clId="{E55E3375-9009-40C2-8E30-685C03C2AC00}" dt="2026-10-23T00:17:43.114" v="0" actId="478"/>
          <ac:spMkLst>
            <pc:docMk/>
            <pc:sldMk cId="768624400" sldId="267"/>
            <ac:spMk id="11" creationId="{5B31F769-0923-47BE-8A28-15E7E16DAFAD}"/>
          </ac:spMkLst>
        </pc:spChg>
        <pc:spChg chg="del">
          <ac:chgData name="Luis Fernando Alexandre" userId="12ffd4bc-3818-4fde-9448-37b2d4bae3f0" providerId="ADAL" clId="{E55E3375-9009-40C2-8E30-685C03C2AC00}" dt="2026-10-23T00:17:43.114" v="0" actId="478"/>
          <ac:spMkLst>
            <pc:docMk/>
            <pc:sldMk cId="768624400" sldId="267"/>
            <ac:spMk id="12" creationId="{2BFE70B4-0760-478A-90FD-BDAE443E8B31}"/>
          </ac:spMkLst>
        </pc:spChg>
        <pc:spChg chg="del">
          <ac:chgData name="Luis Fernando Alexandre" userId="12ffd4bc-3818-4fde-9448-37b2d4bae3f0" providerId="ADAL" clId="{E55E3375-9009-40C2-8E30-685C03C2AC00}" dt="2026-10-23T00:17:43.114" v="0" actId="478"/>
          <ac:spMkLst>
            <pc:docMk/>
            <pc:sldMk cId="768624400" sldId="267"/>
            <ac:spMk id="13" creationId="{76EC25E0-A4C4-4196-B1CF-EA7499AF43D1}"/>
          </ac:spMkLst>
        </pc:spChg>
        <pc:spChg chg="del">
          <ac:chgData name="Luis Fernando Alexandre" userId="12ffd4bc-3818-4fde-9448-37b2d4bae3f0" providerId="ADAL" clId="{E55E3375-9009-40C2-8E30-685C03C2AC00}" dt="2026-10-23T00:17:43.114" v="0" actId="478"/>
          <ac:spMkLst>
            <pc:docMk/>
            <pc:sldMk cId="768624400" sldId="267"/>
            <ac:spMk id="14" creationId="{E75BF945-05BB-4D29-BEDA-8EA6E3E9FDE8}"/>
          </ac:spMkLst>
        </pc:spChg>
        <pc:spChg chg="mod">
          <ac:chgData name="Luis Fernando Alexandre" userId="12ffd4bc-3818-4fde-9448-37b2d4bae3f0" providerId="ADAL" clId="{E55E3375-9009-40C2-8E30-685C03C2AC00}" dt="2026-10-23T00:17:54.439" v="2" actId="1076"/>
          <ac:spMkLst>
            <pc:docMk/>
            <pc:sldMk cId="768624400" sldId="267"/>
            <ac:spMk id="15" creationId="{C0A6C3D1-C115-4335-9B89-70995FDA730B}"/>
          </ac:spMkLst>
        </pc:spChg>
        <pc:spChg chg="mod">
          <ac:chgData name="Luis Fernando Alexandre" userId="12ffd4bc-3818-4fde-9448-37b2d4bae3f0" providerId="ADAL" clId="{E55E3375-9009-40C2-8E30-685C03C2AC00}" dt="2026-10-23T00:20:57.062" v="193" actId="1076"/>
          <ac:spMkLst>
            <pc:docMk/>
            <pc:sldMk cId="768624400" sldId="267"/>
            <ac:spMk id="16" creationId="{D7129E7F-0AF5-480A-BECF-1A1FDCFB0273}"/>
          </ac:spMkLst>
        </pc:spChg>
        <pc:spChg chg="del mod">
          <ac:chgData name="Luis Fernando Alexandre" userId="12ffd4bc-3818-4fde-9448-37b2d4bae3f0" providerId="ADAL" clId="{E55E3375-9009-40C2-8E30-685C03C2AC00}" dt="2026-10-23T00:20:07.219" v="148" actId="478"/>
          <ac:spMkLst>
            <pc:docMk/>
            <pc:sldMk cId="768624400" sldId="267"/>
            <ac:spMk id="17" creationId="{A7D19478-E101-413B-BDCD-6F32C778C39E}"/>
          </ac:spMkLst>
        </pc:spChg>
        <pc:spChg chg="mod">
          <ac:chgData name="Luis Fernando Alexandre" userId="12ffd4bc-3818-4fde-9448-37b2d4bae3f0" providerId="ADAL" clId="{E55E3375-9009-40C2-8E30-685C03C2AC00}" dt="2026-10-23T00:21:08.052" v="212" actId="14100"/>
          <ac:spMkLst>
            <pc:docMk/>
            <pc:sldMk cId="768624400" sldId="267"/>
            <ac:spMk id="18" creationId="{3E584CA5-ECD4-438D-997D-B097EF604F29}"/>
          </ac:spMkLst>
        </pc:spChg>
        <pc:spChg chg="del mod">
          <ac:chgData name="Luis Fernando Alexandre" userId="12ffd4bc-3818-4fde-9448-37b2d4bae3f0" providerId="ADAL" clId="{E55E3375-9009-40C2-8E30-685C03C2AC00}" dt="2026-10-23T00:20:07.219" v="148" actId="478"/>
          <ac:spMkLst>
            <pc:docMk/>
            <pc:sldMk cId="768624400" sldId="267"/>
            <ac:spMk id="19" creationId="{225F9CFA-2398-4E62-B1DE-FB0BB5806BFE}"/>
          </ac:spMkLst>
        </pc:spChg>
        <pc:spChg chg="mod">
          <ac:chgData name="Luis Fernando Alexandre" userId="12ffd4bc-3818-4fde-9448-37b2d4bae3f0" providerId="ADAL" clId="{E55E3375-9009-40C2-8E30-685C03C2AC00}" dt="2026-10-23T00:20:09.229" v="149" actId="21"/>
          <ac:spMkLst>
            <pc:docMk/>
            <pc:sldMk cId="768624400" sldId="267"/>
            <ac:spMk id="20" creationId="{4D880962-5CCF-4930-8412-62859876EC28}"/>
          </ac:spMkLst>
        </pc:spChg>
        <pc:spChg chg="del mod">
          <ac:chgData name="Luis Fernando Alexandre" userId="12ffd4bc-3818-4fde-9448-37b2d4bae3f0" providerId="ADAL" clId="{E55E3375-9009-40C2-8E30-685C03C2AC00}" dt="2026-10-23T00:20:07.219" v="148" actId="478"/>
          <ac:spMkLst>
            <pc:docMk/>
            <pc:sldMk cId="768624400" sldId="267"/>
            <ac:spMk id="21" creationId="{3BAC3600-F0D3-4B3C-814E-A8DA1ABF995A}"/>
          </ac:spMkLst>
        </pc:spChg>
        <pc:spChg chg="mod">
          <ac:chgData name="Luis Fernando Alexandre" userId="12ffd4bc-3818-4fde-9448-37b2d4bae3f0" providerId="ADAL" clId="{E55E3375-9009-40C2-8E30-685C03C2AC00}" dt="2026-10-23T00:20:14.970" v="152" actId="21"/>
          <ac:spMkLst>
            <pc:docMk/>
            <pc:sldMk cId="768624400" sldId="267"/>
            <ac:spMk id="22" creationId="{F7F7910F-C23A-4C38-8C6D-B00BB03DA9A6}"/>
          </ac:spMkLst>
        </pc:spChg>
        <pc:spChg chg="add mod">
          <ac:chgData name="Luis Fernando Alexandre" userId="12ffd4bc-3818-4fde-9448-37b2d4bae3f0" providerId="ADAL" clId="{E55E3375-9009-40C2-8E30-685C03C2AC00}" dt="2026-10-23T00:20:02.584" v="147" actId="1076"/>
          <ac:spMkLst>
            <pc:docMk/>
            <pc:sldMk cId="768624400" sldId="267"/>
            <ac:spMk id="26" creationId="{95C7E822-47C3-3D74-6051-4176D5F4A660}"/>
          </ac:spMkLst>
        </pc:spChg>
        <pc:spChg chg="add mod">
          <ac:chgData name="Luis Fernando Alexandre" userId="12ffd4bc-3818-4fde-9448-37b2d4bae3f0" providerId="ADAL" clId="{E55E3375-9009-40C2-8E30-685C03C2AC00}" dt="2026-10-23T00:19:58.285" v="145" actId="1076"/>
          <ac:spMkLst>
            <pc:docMk/>
            <pc:sldMk cId="768624400" sldId="267"/>
            <ac:spMk id="28" creationId="{3701F239-2253-5023-9B80-60A779ECEADB}"/>
          </ac:spMkLst>
        </pc:spChg>
        <pc:spChg chg="add mod">
          <ac:chgData name="Luis Fernando Alexandre" userId="12ffd4bc-3818-4fde-9448-37b2d4bae3f0" providerId="ADAL" clId="{E55E3375-9009-40C2-8E30-685C03C2AC00}" dt="2026-10-23T00:21:04.899" v="211" actId="20577"/>
          <ac:spMkLst>
            <pc:docMk/>
            <pc:sldMk cId="768624400" sldId="267"/>
            <ac:spMk id="32" creationId="{AB10474A-65EC-F67A-3CF6-07C6F96CC4CC}"/>
          </ac:spMkLst>
        </pc:spChg>
        <pc:spChg chg="add mod">
          <ac:chgData name="Luis Fernando Alexandre" userId="12ffd4bc-3818-4fde-9448-37b2d4bae3f0" providerId="ADAL" clId="{E55E3375-9009-40C2-8E30-685C03C2AC00}" dt="2026-10-23T00:21:52.888" v="367" actId="20577"/>
          <ac:spMkLst>
            <pc:docMk/>
            <pc:sldMk cId="768624400" sldId="267"/>
            <ac:spMk id="34" creationId="{BADD000B-81A5-1397-EA8C-F209CAB4670F}"/>
          </ac:spMkLst>
        </pc:spChg>
        <pc:picChg chg="add mod">
          <ac:chgData name="Luis Fernando Alexandre" userId="12ffd4bc-3818-4fde-9448-37b2d4bae3f0" providerId="ADAL" clId="{E55E3375-9009-40C2-8E30-685C03C2AC00}" dt="2026-10-23T00:20:02.584" v="147" actId="1076"/>
          <ac:picMkLst>
            <pc:docMk/>
            <pc:sldMk cId="768624400" sldId="267"/>
            <ac:picMk id="23" creationId="{285898B9-1228-8657-F6C3-026A71A94DCD}"/>
          </ac:picMkLst>
        </pc:picChg>
        <pc:picChg chg="add mod">
          <ac:chgData name="Luis Fernando Alexandre" userId="12ffd4bc-3818-4fde-9448-37b2d4bae3f0" providerId="ADAL" clId="{E55E3375-9009-40C2-8E30-685C03C2AC00}" dt="2026-10-23T00:19:55.007" v="144" actId="1076"/>
          <ac:picMkLst>
            <pc:docMk/>
            <pc:sldMk cId="768624400" sldId="267"/>
            <ac:picMk id="30" creationId="{66391246-DA9E-4CA4-AE11-A3C38A392636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Vinhos</c:v>
                </c:pt>
              </c:strCache>
            </c:strRef>
          </c:tx>
          <c:dPt>
            <c:idx val="0"/>
            <c:bubble3D val="0"/>
            <c:spPr>
              <a:solidFill>
                <a:srgbClr val="BF8B45"/>
              </a:solidFill>
            </c:spPr>
            <c:extLst>
              <c:ext xmlns:c16="http://schemas.microsoft.com/office/drawing/2014/chart" uri="{C3380CC4-5D6E-409C-BE32-E72D297353CC}">
                <c16:uniqueId val="{00000001-9494-44CD-9079-8C07CF08652B}"/>
              </c:ext>
            </c:extLst>
          </c:dPt>
          <c:dPt>
            <c:idx val="1"/>
            <c:bubble3D val="0"/>
            <c:spPr>
              <a:solidFill>
                <a:srgbClr val="6E1E31"/>
              </a:solidFill>
            </c:spPr>
            <c:extLst>
              <c:ext xmlns:c16="http://schemas.microsoft.com/office/drawing/2014/chart" uri="{C3380CC4-5D6E-409C-BE32-E72D297353CC}">
                <c16:uniqueId val="{00000003-9494-44CD-9079-8C07CF08652B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anchorCtr="1"/>
                <a:lstStyle/>
                <a:p>
                  <a:pPr>
                    <a:defRPr sz="975" b="1">
                      <a:solidFill>
                        <a:srgbClr val="820000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9494-44CD-9079-8C07CF08652B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anchorCtr="1"/>
                <a:lstStyle/>
                <a:p>
                  <a:pPr>
                    <a:defRPr sz="975" b="1"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9494-44CD-9079-8C07CF08652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1191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Planilha1!$A$2:$A$3</c:f>
              <c:strCache>
                <c:ptCount val="2"/>
                <c:pt idx="0">
                  <c:v>Baixa/Média</c:v>
                </c:pt>
                <c:pt idx="1">
                  <c:v>Alta</c:v>
                </c:pt>
              </c:strCache>
            </c:strRef>
          </c:cat>
          <c:val>
            <c:numRef>
              <c:f>Planilha1!$B$2:$B$3</c:f>
              <c:numCache>
                <c:formatCode>General</c:formatCode>
                <c:ptCount val="2"/>
                <c:pt idx="0">
                  <c:v>984</c:v>
                </c:pt>
                <c:pt idx="1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94-44CD-9079-8C07CF08652B}"/>
            </c:ext>
          </c:extLst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0"/>
        </c:dLbls>
        <c:firstSliceAng val="0"/>
        <c:holeSize val="62"/>
      </c:doughnutChart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Correlação</c:v>
                </c:pt>
              </c:strCache>
            </c:strRef>
          </c:tx>
          <c:spPr>
            <a:solidFill>
              <a:srgbClr val="BF8B45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820000"/>
              </a:solidFill>
            </c:spPr>
            <c:extLst>
              <c:ext xmlns:c16="http://schemas.microsoft.com/office/drawing/2014/chart" uri="{C3380CC4-5D6E-409C-BE32-E72D297353CC}">
                <c16:uniqueId val="{00000001-B130-4F27-8426-78DF91619D7B}"/>
              </c:ext>
            </c:extLst>
          </c:dPt>
          <c:dPt>
            <c:idx val="1"/>
            <c:invertIfNegative val="0"/>
            <c:bubble3D val="0"/>
            <c:spPr>
              <a:solidFill>
                <a:srgbClr val="820000"/>
              </a:solidFill>
            </c:spPr>
            <c:extLst>
              <c:ext xmlns:c16="http://schemas.microsoft.com/office/drawing/2014/chart" uri="{C3380CC4-5D6E-409C-BE32-E72D297353CC}">
                <c16:uniqueId val="{00000003-B130-4F27-8426-78DF91619D7B}"/>
              </c:ext>
            </c:extLst>
          </c:dPt>
          <c:dPt>
            <c:idx val="3"/>
            <c:invertIfNegative val="0"/>
            <c:bubble3D val="0"/>
            <c:spPr>
              <a:solidFill>
                <a:srgbClr val="820000"/>
              </a:solidFill>
            </c:spPr>
            <c:extLst>
              <c:ext xmlns:c16="http://schemas.microsoft.com/office/drawing/2014/chart" uri="{C3380CC4-5D6E-409C-BE32-E72D297353CC}">
                <c16:uniqueId val="{00000004-D68E-4027-88C2-239CF04A705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21191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Planilha1!$A$2:$A$5</c:f>
              <c:strCache>
                <c:ptCount val="4"/>
                <c:pt idx="0">
                  <c:v>citric acid</c:v>
                </c:pt>
                <c:pt idx="1">
                  <c:v>sulphates</c:v>
                </c:pt>
                <c:pt idx="2">
                  <c:v>valatile acidity</c:v>
                </c:pt>
                <c:pt idx="3">
                  <c:v>alcohol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0.24</c:v>
                </c:pt>
                <c:pt idx="1">
                  <c:v>0.26</c:v>
                </c:pt>
                <c:pt idx="2">
                  <c:v>-0.41</c:v>
                </c:pt>
                <c:pt idx="3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30-4F27-8426-78DF91619D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D2D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B6263"/>
                </a:solidFill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21191A"/>
                </a:solidFill>
              </a:defRPr>
            </a:pPr>
            <a:endParaRPr lang="pt-BR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F1 médio</c:v>
          </c:tx>
          <c:invertIfNegative val="0"/>
          <c:dPt>
            <c:idx val="0"/>
            <c:invertIfNegative val="0"/>
            <c:bubble3D val="0"/>
            <c:spPr>
              <a:solidFill>
                <a:srgbClr val="6E1E31"/>
              </a:solidFill>
            </c:spPr>
            <c:extLst>
              <c:ext xmlns:c16="http://schemas.microsoft.com/office/drawing/2014/chart" uri="{C3380CC4-5D6E-409C-BE32-E72D297353CC}">
                <c16:uniqueId val="{00000001-9E3C-406C-8ED8-F910BA3506D1}"/>
              </c:ext>
            </c:extLst>
          </c:dPt>
          <c:dPt>
            <c:idx val="1"/>
            <c:invertIfNegative val="0"/>
            <c:bubble3D val="0"/>
            <c:spPr>
              <a:solidFill>
                <a:srgbClr val="BF8B45"/>
              </a:solidFill>
            </c:spPr>
            <c:extLst>
              <c:ext xmlns:c16="http://schemas.microsoft.com/office/drawing/2014/chart" uri="{C3380CC4-5D6E-409C-BE32-E72D297353CC}">
                <c16:uniqueId val="{00000003-9E3C-406C-8ED8-F910BA3506D1}"/>
              </c:ext>
            </c:extLst>
          </c:dPt>
          <c:dPt>
            <c:idx val="2"/>
            <c:invertIfNegative val="0"/>
            <c:bubble3D val="0"/>
            <c:spPr>
              <a:solidFill>
                <a:srgbClr val="167C80"/>
              </a:solidFill>
            </c:spPr>
            <c:extLst>
              <c:ext xmlns:c16="http://schemas.microsoft.com/office/drawing/2014/chart" uri="{C3380CC4-5D6E-409C-BE32-E72D297353CC}">
                <c16:uniqueId val="{00000005-9E3C-406C-8ED8-F910BA3506D1}"/>
              </c:ext>
            </c:extLst>
          </c:dPt>
          <c:dPt>
            <c:idx val="3"/>
            <c:invertIfNegative val="0"/>
            <c:bubble3D val="0"/>
            <c:spPr>
              <a:solidFill>
                <a:srgbClr val="A79F9E"/>
              </a:solidFill>
            </c:spPr>
            <c:extLst>
              <c:ext xmlns:c16="http://schemas.microsoft.com/office/drawing/2014/chart" uri="{C3380CC4-5D6E-409C-BE32-E72D297353CC}">
                <c16:uniqueId val="{00000007-9E3C-406C-8ED8-F910BA3506D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1191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Random Forest</c:v>
              </c:pt>
              <c:pt idx="1">
                <c:v>KNN</c:v>
              </c:pt>
              <c:pt idx="2">
                <c:v>Gaussian NB</c:v>
              </c:pt>
              <c:pt idx="3">
                <c:v>Regressão
Logística</c:v>
              </c:pt>
            </c:strLit>
          </c:cat>
          <c:val>
            <c:numLit>
              <c:formatCode>0"%"</c:formatCode>
              <c:ptCount val="4"/>
              <c:pt idx="0">
                <c:v>63.48</c:v>
              </c:pt>
              <c:pt idx="1">
                <c:v>58.81</c:v>
              </c:pt>
              <c:pt idx="2">
                <c:v>53.73</c:v>
              </c:pt>
              <c:pt idx="3">
                <c:v>53.05</c:v>
              </c:pt>
            </c:numLit>
          </c:val>
          <c:extLst>
            <c:ext xmlns:c16="http://schemas.microsoft.com/office/drawing/2014/chart" uri="{C3380CC4-5D6E-409C-BE32-E72D297353CC}">
              <c16:uniqueId val="{00000008-9E3C-406C-8ED8-F910BA3506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21191A"/>
                </a:solidFill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w="9525">
              <a:solidFill>
                <a:srgbClr val="D9D2D1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B6263"/>
                </a:solidFill>
              </a:defRPr>
            </a:pPr>
            <a:endParaRPr lang="pt-BR"/>
          </a:p>
        </c:txPr>
        <c:crossAx val="48650112"/>
        <c:crosses val="autoZero"/>
        <c:crossBetween val="between"/>
        <c:majorUnit val="15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Importância</c:v>
          </c:tx>
          <c:spPr>
            <a:solidFill>
              <a:srgbClr val="6E1E31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21191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Álcool</c:v>
              </c:pt>
              <c:pt idx="1">
                <c:v>Sulfatos</c:v>
              </c:pt>
              <c:pt idx="2">
                <c:v>Ácido cítrico</c:v>
              </c:pt>
              <c:pt idx="3">
                <c:v>Acidez volátil</c:v>
              </c:pt>
              <c:pt idx="4">
                <c:v>Densidade</c:v>
              </c:pt>
              <c:pt idx="5">
                <c:v>SO₂ total</c:v>
              </c:pt>
              <c:pt idx="6">
                <c:v>Acidez fixa</c:v>
              </c:pt>
              <c:pt idx="7">
                <c:v>Cloretos</c:v>
              </c:pt>
              <c:pt idx="8">
                <c:v>pH</c:v>
              </c:pt>
              <c:pt idx="9">
                <c:v>Açúcar residual</c:v>
              </c:pt>
              <c:pt idx="10">
                <c:v>SO₂ livre</c:v>
              </c:pt>
            </c:strLit>
          </c:cat>
          <c:val>
            <c:numLit>
              <c:formatCode>General</c:formatCode>
              <c:ptCount val="11"/>
              <c:pt idx="0">
                <c:v>23</c:v>
              </c:pt>
              <c:pt idx="1">
                <c:v>14</c:v>
              </c:pt>
              <c:pt idx="2">
                <c:v>14</c:v>
              </c:pt>
              <c:pt idx="3">
                <c:v>11</c:v>
              </c:pt>
              <c:pt idx="4">
                <c:v>7</c:v>
              </c:pt>
              <c:pt idx="5">
                <c:v>7</c:v>
              </c:pt>
              <c:pt idx="6">
                <c:v>6</c:v>
              </c:pt>
              <c:pt idx="7">
                <c:v>5</c:v>
              </c:pt>
              <c:pt idx="8">
                <c:v>5</c:v>
              </c:pt>
              <c:pt idx="9">
                <c:v>5</c:v>
              </c:pt>
              <c:pt idx="10">
                <c:v>4</c:v>
              </c:pt>
            </c:numLit>
          </c:val>
          <c:extLst>
            <c:ext xmlns:c16="http://schemas.microsoft.com/office/drawing/2014/chart" uri="{C3380CC4-5D6E-409C-BE32-E72D297353CC}">
              <c16:uniqueId val="{00000000-4406-43FB-ABAB-5F95FEB1A5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D2D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B6263"/>
                </a:solidFill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21191A"/>
                </a:solidFill>
              </a:defRPr>
            </a:pPr>
            <a:endParaRPr lang="pt-BR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B7E8-70F1-48ED-A8AF-8ABD1F3C974A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E0967-C34E-477A-BDB1-BE0D13C9B4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58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Neste Tech </a:t>
            </a:r>
            <a:r>
              <a:rPr lang="pt-BR" dirty="0" err="1"/>
              <a:t>Challenge</a:t>
            </a:r>
            <a:r>
              <a:rPr lang="pt-BR" dirty="0"/>
              <a:t>, desenvolvi modelos de Machine Learning para classificar a qualidade dos vinhos a partir de suas características físico-químicas. Comparamos quatro algoritmos para identificar qual apresenta o melhor desempenho.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E0967-C34E-477A-BDB1-BE0D13C9B4C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42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Nosso objetivo foi identificar vinhos de alta qualidade, definidos por notas iguais ou superiores a 7. Mais do que acertar a classificação geral, busquei reconhecer corretamente esses vinhos, utilizando principalmente as métricas F1-score e recall.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E0967-C34E-477A-BDB1-BE0D13C9B4C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580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Trabalhamos com 1.143 amostras e 11 características físico-químicas. A base não apresentou valores ausentes ou duplicatas exatas. Após a classificação binária, observamos um desbalanceamento importante: apenas 13,9% dos vinhos pertencem à classe de alta qualidade.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E0967-C34E-477A-BDB1-BE0D13C9B4C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019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análise exploratória mostrou que o teor alcoólico possui associação positiva com a qualidade, enquanto a acidez volátil apresenta associação negativa. Também identifiquei valores extremos em algumas variáveis, que foram preservados por não representarem necessariamente erros.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E0967-C34E-477A-BDB1-BE0D13C9B4C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711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preparação, removemos o identificador, transformamos a nota em duas classes e dividimos a base em 80% para treinamento e 20% para teste, preservando a proporção das classes. Também utilizamos padronização dentro dos pipelines dos modelos que necessitavam dela.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Testamos KNN, Regressão Logística, Random Forest e </a:t>
            </a:r>
            <a:r>
              <a:rPr lang="pt-BR" dirty="0" err="1"/>
              <a:t>Gaussian</a:t>
            </a:r>
            <a:r>
              <a:rPr lang="pt-BR" dirty="0"/>
              <a:t> </a:t>
            </a:r>
            <a:r>
              <a:rPr lang="pt-BR" dirty="0" err="1"/>
              <a:t>Naive</a:t>
            </a:r>
            <a:r>
              <a:rPr lang="pt-BR" dirty="0"/>
              <a:t> </a:t>
            </a:r>
            <a:r>
              <a:rPr lang="pt-BR" dirty="0" err="1"/>
              <a:t>Bayes</a:t>
            </a:r>
            <a:r>
              <a:rPr lang="pt-BR" dirty="0"/>
              <a:t>. Para garantir uma comparação consistente, utilizamos </a:t>
            </a:r>
            <a:r>
              <a:rPr lang="pt-BR" dirty="0" err="1"/>
              <a:t>GridSearchCV</a:t>
            </a:r>
            <a:r>
              <a:rPr lang="pt-BR" dirty="0"/>
              <a:t> com validação cruzada de cinco dobras, buscando os melhores </a:t>
            </a:r>
            <a:r>
              <a:rPr lang="pt-BR" dirty="0" err="1"/>
              <a:t>hiperparâmetros</a:t>
            </a:r>
            <a:r>
              <a:rPr lang="pt-BR" dirty="0"/>
              <a:t> de cada algoritmo a partir do F1-score.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validação cruzada, o Random Forest apresentou o maior F1-score médio, de aproximadamente 63,5%, seguido pelo KNN, com 58,8%. Isso indicou que o Random Forest era o candidato mais promissor antes da avaliação no conjunto de teste.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 teste, o KNN apresentou a maior acurácia, de 90,4%. Entretanto, o Random Forest obteve o melhor F1-score, de 62,9%, e recall de 68,8%. Isso demonstra por que não podemos considerar apenas a acurácia quando a classe de interesse é minoritária.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matrizes confirmam essa diferença. Dos 32 vinhos de alta qualidade presentes no teste, o Random Forest identificou corretamente 22, enquanto o KNN identificou apenas 16. O Random Forest também apresentou um equilíbrio melhor entre falsos positivos e falsos negativos.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 Random Forest, o teor alcoólico foi a variável mais importante, seguido pelos sulfatos, ácido cítrico e acidez volátil. Juntas, essas características representaram aproximadamente 62% da importância total, reforçando os padrões identificados na análise exploratória.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Além dos modelos individuais, testei combinações utilizando Soft </a:t>
            </a:r>
            <a:r>
              <a:rPr lang="pt-BR" dirty="0" err="1"/>
              <a:t>Voting</a:t>
            </a:r>
            <a:r>
              <a:rPr lang="pt-BR" dirty="0"/>
              <a:t>, que reúne as probabilidades previstas por diferentes algoritmos. Embora essas combinações tenham aumentado a acurácia para aproximadamente 90,4%, nenhuma superou o F1-score do Random Forest isolado. Além disso, os ensembles identificaram menos vinhos de alta qualidade. Por isso, mantive o Random Forest como melhor alternativa.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Concluí que o Random Forest foi o modelo mais adequado entre os avaliados, alcançando F1-score de 62,86% e identificando aproximadamente 69% dos vinhos de alta qualidade. Embora o KNN e os modelos de Ensemble tenham apresentado maior acurácia, nenhum superou o equilíbrio entre precisão e recall do Random Forest. Assim, ele se mostrou a melhor alternativa para o objetivo proposto, embora ainda apresente oportunidades de melhoria.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limitações, temos a pequena quantidade de vinhos de alta qualidade e possíveis registros repetidos sem considerar o identificador. Como evolução, recomendamos revisar essas duplicidades, testar técnicas de balanceamento e validar o modelo em novas amostras antes de uma aplicação prática.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7420E-76B2-5379-0C12-1476A71D9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B60B9E-E042-DB26-4165-963323F8F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CABF39-9141-49BA-C993-67A50FCB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A81B7F-8F75-A143-882D-C5ABD3A7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6F1283-746E-635A-7E82-5D3BB930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21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52A96-60CA-FCAD-4E70-4430B02E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3DD46A-BF24-E907-3FAF-FBEF37FB3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19C67D-7BE1-A23A-CA1E-FCFE50B6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E5EC3A-225C-912F-2CE1-0D3682A2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F82E3A-5679-FC52-66AB-37A9E9AB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68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3EA12-0F3D-A6AA-6CF5-72319AB4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573DC1-2E15-73B4-700A-AEC2A6ED7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18D093-3EF3-558D-24DC-66FF209A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D087B9-2EAC-2A32-171B-8D2383C8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486D24-CACA-6805-9B50-5952CDE6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36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68D5B-1520-464B-8623-B0331BD4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711CEF-5A7E-0145-4247-E43602A65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780D2D-AC30-2D13-9F8C-69A256E3F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3738FC-05A1-4466-67A9-724EA147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658670-7A16-3423-57C6-3CFF4C01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F0FB3E-8352-10F9-7602-27BCE64E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640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8C12D-779C-F42F-63FB-3D394951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914E3D-41E8-E279-E9C9-C53A94A4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619A87-4870-4B98-3E9D-A2C762FE0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A3BD9-07DE-8AE6-FFE5-B3E2AF281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1AE694-1165-2400-D2C8-4CED77ED42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CC9A372-0D69-1E3D-F773-EFF0FD0F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BD6EA5E-FC51-7E96-BCB3-A600C2DD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12C9994-E406-BD08-99DB-D7BF54D5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07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CAF27-EAEA-E373-4B50-E7F37E49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B9AD6D-4FF1-06C8-4FFE-1A0B4904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CAB4CF-B378-0BA3-A12E-FEBF49ED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E48522-97E2-EC4D-8E79-C71D8230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4891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67CB47A-6B35-28F6-F857-4D766CFA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EA1E0A-AB96-FAE2-44D9-4967693B4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581DD4-3537-0D79-9D9F-AC96C97A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63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05509-8708-F301-51BD-5662CBDE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217F70-0913-C950-3B3D-D68C7C18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5AD4FF-2AA0-59A3-CCC7-DDF18362E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942AD5-EB90-BFD1-EE9C-860AF2D8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08560D-9E44-0A09-761A-36F60004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7BCE6B-B503-4238-59D6-ECEF0E19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53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D10FF-105E-3D10-D15E-47F99B64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AC30BC-8DFA-E894-9323-C60ED4E3867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F0A6E0-4589-E9EB-6D66-FA5DDDBA7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FAA9E0-6A15-5230-F7C8-1C126252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90E7BB-CB93-EAE8-79CD-243A1E8A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A3D662-747F-CE25-D620-A2A955B8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41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5E808-F9DA-4114-B1A2-084767A7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F5E29A-7E64-BA19-146B-EF2FF8C8F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EB99AC-A41E-C9E8-4C1D-60927525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D03219-5AA7-C617-40F8-F31C09FA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5F6395-7AC2-E6DC-D3BE-675F165A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96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226656-55A1-C561-1B1D-99BF59DEE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2A44E0-0CAB-5A2A-0E7D-1A7D208E0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57A0EE-4EED-7AD1-E524-F914D0D1E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920459-9409-4A22-3F45-ED5FEC12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E2B172-93EC-34D2-DFBE-D07DEC38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23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57C034-5490-9747-417E-45D5E928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03C695-0E5A-1053-F583-1C079AC3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CA776B-3AD8-CAB2-F60C-23FFEA135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92E02-499A-46E4-97FB-074FB0FF78E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796006-D5E8-DBC1-F8B1-036E46995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8741AF-4926-BB2D-65D6-D12EA3C07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A9ED9-71A5-4BC2-A3AA-DE5FED2AF8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23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B3B98E6-FD3B-D7BB-21B1-F29E5B0D5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5344051-62E6-E71A-791F-1992BE945906}"/>
              </a:ext>
            </a:extLst>
          </p:cNvPr>
          <p:cNvSpPr txBox="1"/>
          <p:nvPr/>
        </p:nvSpPr>
        <p:spPr>
          <a:xfrm>
            <a:off x="1087555" y="2497621"/>
            <a:ext cx="55547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spc="-300" dirty="0" err="1">
                <a:solidFill>
                  <a:schemeClr val="bg1">
                    <a:lumMod val="75000"/>
                  </a:schemeClr>
                </a:solidFill>
                <a:latin typeface="Aptos Display" panose="020B0004020202020204" pitchFamily="34" charset="0"/>
              </a:rPr>
              <a:t>tech</a:t>
            </a:r>
            <a:r>
              <a:rPr lang="pt-BR" sz="7200" spc="-300" dirty="0" err="1">
                <a:solidFill>
                  <a:srgbClr val="E36E7F"/>
                </a:solidFill>
                <a:latin typeface="Aptos ExtraBold" panose="020B0004020202020204" pitchFamily="34" charset="0"/>
              </a:rPr>
              <a:t>challenge</a:t>
            </a:r>
            <a:endParaRPr lang="pt-BR" sz="7200" spc="-300" dirty="0">
              <a:solidFill>
                <a:srgbClr val="E36E7F"/>
              </a:solidFill>
              <a:latin typeface="Aptos ExtraBold" panose="020B00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2C3886-F3A2-9EB3-EAF8-3920ACC01C01}"/>
              </a:ext>
            </a:extLst>
          </p:cNvPr>
          <p:cNvSpPr txBox="1"/>
          <p:nvPr/>
        </p:nvSpPr>
        <p:spPr>
          <a:xfrm>
            <a:off x="1087555" y="3585029"/>
            <a:ext cx="6387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3450" b="1" i="0">
                <a:solidFill>
                  <a:srgbClr val="21191A"/>
                </a:solidFill>
              </a:defRPr>
            </a:pPr>
            <a:r>
              <a:rPr lang="pt-BR" sz="2400" b="1" spc="300" dirty="0">
                <a:solidFill>
                  <a:schemeClr val="bg1"/>
                </a:solidFill>
                <a:latin typeface="Aptos Display" panose="020B0004020202020204" pitchFamily="34" charset="0"/>
              </a:rPr>
              <a:t>Classificação de qualidade de vinhos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34B0F4A-0E42-93D3-0FC1-D4CD3528B883}"/>
              </a:ext>
            </a:extLst>
          </p:cNvPr>
          <p:cNvSpPr>
            <a:spLocks noGrp="1"/>
          </p:cNvSpPr>
          <p:nvPr/>
        </p:nvSpPr>
        <p:spPr>
          <a:xfrm>
            <a:off x="1087555" y="5212916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0" i="0">
                <a:solidFill>
                  <a:srgbClr val="6B6263"/>
                </a:solidFill>
              </a:defRPr>
            </a:defPPr>
            <a:lvl1pPr algn="l">
              <a:defRPr sz="1500" b="0" i="0">
                <a:solidFill>
                  <a:srgbClr val="6B6263"/>
                </a:solidFill>
              </a:defRPr>
            </a:lvl1pPr>
            <a:lvl2pPr algn="l">
              <a:defRPr sz="1500" b="0" i="0">
                <a:solidFill>
                  <a:srgbClr val="6B6263"/>
                </a:solidFill>
              </a:defRPr>
            </a:lvl2pPr>
            <a:lvl3pPr algn="l">
              <a:defRPr sz="1500" b="0" i="0">
                <a:solidFill>
                  <a:srgbClr val="6B6263"/>
                </a:solidFill>
              </a:defRPr>
            </a:lvl3pPr>
            <a:lvl4pPr algn="l">
              <a:defRPr sz="1500" b="0" i="0">
                <a:solidFill>
                  <a:srgbClr val="6B6263"/>
                </a:solidFill>
              </a:defRPr>
            </a:lvl4pPr>
            <a:lvl5pPr algn="l">
              <a:defRPr sz="1500" b="0" i="0">
                <a:solidFill>
                  <a:srgbClr val="6B6263"/>
                </a:solidFill>
              </a:defRPr>
            </a:lvl5pPr>
            <a:lvl6pPr algn="l">
              <a:defRPr sz="1500" b="0" i="0">
                <a:solidFill>
                  <a:srgbClr val="6B6263"/>
                </a:solidFill>
              </a:defRPr>
            </a:lvl6pPr>
            <a:lvl7pPr algn="l">
              <a:defRPr sz="1500" b="0" i="0">
                <a:solidFill>
                  <a:srgbClr val="6B6263"/>
                </a:solidFill>
              </a:defRPr>
            </a:lvl7pPr>
            <a:lvl8pPr algn="l">
              <a:defRPr sz="1500" b="0" i="0">
                <a:solidFill>
                  <a:srgbClr val="6B6263"/>
                </a:solidFill>
              </a:defRPr>
            </a:lvl8pPr>
            <a:lvl9pPr algn="l">
              <a:defRPr sz="1500" b="0" i="0">
                <a:solidFill>
                  <a:srgbClr val="6B6263"/>
                </a:solidFill>
              </a:defRPr>
            </a:lvl9pPr>
          </a:lstStyle>
          <a:p>
            <a:pPr algn="l">
              <a:defRPr sz="1500" b="0" i="0">
                <a:solidFill>
                  <a:srgbClr val="6B6263"/>
                </a:solidFill>
              </a:defRPr>
            </a:pPr>
            <a:r>
              <a:rPr sz="1500" i="0" dirty="0" err="1">
                <a:solidFill>
                  <a:schemeClr val="bg1"/>
                </a:solidFill>
              </a:rPr>
              <a:t>Modelagem</a:t>
            </a:r>
            <a:r>
              <a:rPr sz="1500" i="0" dirty="0">
                <a:solidFill>
                  <a:schemeClr val="bg1"/>
                </a:solidFill>
              </a:rPr>
              <a:t> </a:t>
            </a:r>
            <a:r>
              <a:rPr sz="1500" i="0" dirty="0" err="1">
                <a:solidFill>
                  <a:schemeClr val="bg1"/>
                </a:solidFill>
              </a:rPr>
              <a:t>preditiva</a:t>
            </a:r>
            <a:r>
              <a:rPr sz="1500" i="0" dirty="0">
                <a:solidFill>
                  <a:schemeClr val="bg1"/>
                </a:solidFill>
              </a:rPr>
              <a:t> com dados </a:t>
            </a:r>
            <a:r>
              <a:rPr sz="1500" i="0" dirty="0" err="1">
                <a:solidFill>
                  <a:schemeClr val="bg1"/>
                </a:solidFill>
              </a:rPr>
              <a:t>físico-químicos</a:t>
            </a:r>
            <a:endParaRPr sz="1500" i="0" dirty="0">
              <a:solidFill>
                <a:schemeClr val="bg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867C5A2-21A9-9797-3534-BC053BE45926}"/>
              </a:ext>
            </a:extLst>
          </p:cNvPr>
          <p:cNvSpPr>
            <a:spLocks noGrp="1"/>
          </p:cNvSpPr>
          <p:nvPr/>
        </p:nvSpPr>
        <p:spPr>
          <a:xfrm>
            <a:off x="1087555" y="6079691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1" i="0">
                <a:solidFill>
                  <a:srgbClr val="6E1E31"/>
                </a:solidFill>
              </a:defRPr>
            </a:defPPr>
            <a:lvl1pPr algn="l">
              <a:defRPr sz="1125" b="1" i="0">
                <a:solidFill>
                  <a:srgbClr val="6E1E31"/>
                </a:solidFill>
              </a:defRPr>
            </a:lvl1pPr>
            <a:lvl2pPr algn="l">
              <a:defRPr sz="1125" b="1" i="0">
                <a:solidFill>
                  <a:srgbClr val="6E1E31"/>
                </a:solidFill>
              </a:defRPr>
            </a:lvl2pPr>
            <a:lvl3pPr algn="l">
              <a:defRPr sz="1125" b="1" i="0">
                <a:solidFill>
                  <a:srgbClr val="6E1E31"/>
                </a:solidFill>
              </a:defRPr>
            </a:lvl3pPr>
            <a:lvl4pPr algn="l">
              <a:defRPr sz="1125" b="1" i="0">
                <a:solidFill>
                  <a:srgbClr val="6E1E31"/>
                </a:solidFill>
              </a:defRPr>
            </a:lvl4pPr>
            <a:lvl5pPr algn="l">
              <a:defRPr sz="1125" b="1" i="0">
                <a:solidFill>
                  <a:srgbClr val="6E1E31"/>
                </a:solidFill>
              </a:defRPr>
            </a:lvl5pPr>
            <a:lvl6pPr algn="l">
              <a:defRPr sz="1125" b="1" i="0">
                <a:solidFill>
                  <a:srgbClr val="6E1E31"/>
                </a:solidFill>
              </a:defRPr>
            </a:lvl6pPr>
            <a:lvl7pPr algn="l">
              <a:defRPr sz="1125" b="1" i="0">
                <a:solidFill>
                  <a:srgbClr val="6E1E31"/>
                </a:solidFill>
              </a:defRPr>
            </a:lvl7pPr>
            <a:lvl8pPr algn="l">
              <a:defRPr sz="1125" b="1" i="0">
                <a:solidFill>
                  <a:srgbClr val="6E1E31"/>
                </a:solidFill>
              </a:defRPr>
            </a:lvl8pPr>
            <a:lvl9pPr algn="l">
              <a:defRPr sz="1125" b="1" i="0">
                <a:solidFill>
                  <a:srgbClr val="6E1E31"/>
                </a:solidFill>
              </a:defRPr>
            </a:lvl9pPr>
          </a:lstStyle>
          <a:p>
            <a:pPr algn="l">
              <a:defRPr sz="1125" b="1" i="0">
                <a:solidFill>
                  <a:srgbClr val="6E1E31"/>
                </a:solidFill>
              </a:defRPr>
            </a:pPr>
            <a:r>
              <a:rPr sz="1125" i="0">
                <a:solidFill>
                  <a:schemeClr val="bg1"/>
                </a:solidFill>
              </a:rPr>
              <a:t>KNN  |  Regressão Logística  |  Random Forest  |  Gaussian Naive Bayes</a:t>
            </a:r>
          </a:p>
        </p:txBody>
      </p:sp>
    </p:spTree>
    <p:extLst>
      <p:ext uri="{BB962C8B-B14F-4D97-AF65-F5344CB8AC3E}">
        <p14:creationId xmlns:p14="http://schemas.microsoft.com/office/powerpoint/2010/main" val="1806820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FE2334E-02D8-14A3-CA7F-3C4E68656307}"/>
              </a:ext>
            </a:extLst>
          </p:cNvPr>
          <p:cNvSpPr>
            <a:spLocks noGrp="1"/>
          </p:cNvSpPr>
          <p:nvPr/>
        </p:nvSpPr>
        <p:spPr>
          <a:xfrm>
            <a:off x="609599" y="1003840"/>
            <a:ext cx="777948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pPr algn="l">
              <a:defRPr sz="2550" b="1" i="0">
                <a:solidFill>
                  <a:srgbClr val="21191A"/>
                </a:solidFill>
              </a:defRPr>
            </a:pPr>
            <a:r>
              <a:rPr lang="pt-BR" sz="2550" b="1" i="0" spc="300" dirty="0">
                <a:solidFill>
                  <a:srgbClr val="820000"/>
                </a:solidFill>
              </a:rPr>
              <a:t>OBJETIVO DA SOLUÇÃO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1249FBB-AD64-C320-5D94-C91E3FB7C4DF}"/>
              </a:ext>
            </a:extLst>
          </p:cNvPr>
          <p:cNvSpPr>
            <a:spLocks noGrp="1"/>
          </p:cNvSpPr>
          <p:nvPr/>
        </p:nvSpPr>
        <p:spPr>
          <a:xfrm>
            <a:off x="609599" y="1617536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 dirty="0" err="1">
                <a:solidFill>
                  <a:srgbClr val="6B6263"/>
                </a:solidFill>
              </a:rPr>
              <a:t>Classificar</a:t>
            </a:r>
            <a:r>
              <a:rPr sz="1200" b="0" i="0" dirty="0">
                <a:solidFill>
                  <a:srgbClr val="6B6263"/>
                </a:solidFill>
              </a:rPr>
              <a:t> vinhos </a:t>
            </a:r>
            <a:r>
              <a:rPr sz="1200" b="0" i="0" dirty="0" err="1">
                <a:solidFill>
                  <a:srgbClr val="6B6263"/>
                </a:solidFill>
              </a:rPr>
              <a:t>como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alta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qualidade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quando</a:t>
            </a:r>
            <a:r>
              <a:rPr sz="1200" b="0" i="0" dirty="0">
                <a:solidFill>
                  <a:srgbClr val="6B6263"/>
                </a:solidFill>
              </a:rPr>
              <a:t> a nota é </a:t>
            </a:r>
            <a:r>
              <a:rPr sz="1200" b="0" i="0" dirty="0" err="1">
                <a:solidFill>
                  <a:srgbClr val="6B6263"/>
                </a:solidFill>
              </a:rPr>
              <a:t>igual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ou</a:t>
            </a:r>
            <a:r>
              <a:rPr sz="1200" b="0" i="0" dirty="0">
                <a:solidFill>
                  <a:srgbClr val="6B6263"/>
                </a:solidFill>
              </a:rPr>
              <a:t> superior a 7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C9D0B0-66B7-CFC5-348C-1344899C1A99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1" i="0">
                <a:solidFill>
                  <a:srgbClr val="6E1E31"/>
                </a:solidFill>
              </a:defRPr>
            </a:defPPr>
            <a:lvl1pPr algn="l">
              <a:defRPr sz="1200" b="1" i="0">
                <a:solidFill>
                  <a:srgbClr val="6E1E31"/>
                </a:solidFill>
              </a:defRPr>
            </a:lvl1pPr>
            <a:lvl2pPr algn="l">
              <a:defRPr sz="1200" b="1" i="0">
                <a:solidFill>
                  <a:srgbClr val="6E1E31"/>
                </a:solidFill>
              </a:defRPr>
            </a:lvl2pPr>
            <a:lvl3pPr algn="l">
              <a:defRPr sz="1200" b="1" i="0">
                <a:solidFill>
                  <a:srgbClr val="6E1E31"/>
                </a:solidFill>
              </a:defRPr>
            </a:lvl3pPr>
            <a:lvl4pPr algn="l">
              <a:defRPr sz="1200" b="1" i="0">
                <a:solidFill>
                  <a:srgbClr val="6E1E31"/>
                </a:solidFill>
              </a:defRPr>
            </a:lvl4pPr>
            <a:lvl5pPr algn="l">
              <a:defRPr sz="1200" b="1" i="0">
                <a:solidFill>
                  <a:srgbClr val="6E1E31"/>
                </a:solidFill>
              </a:defRPr>
            </a:lvl5pPr>
            <a:lvl6pPr algn="l">
              <a:defRPr sz="1200" b="1" i="0">
                <a:solidFill>
                  <a:srgbClr val="6E1E31"/>
                </a:solidFill>
              </a:defRPr>
            </a:lvl6pPr>
            <a:lvl7pPr algn="l">
              <a:defRPr sz="1200" b="1" i="0">
                <a:solidFill>
                  <a:srgbClr val="6E1E31"/>
                </a:solidFill>
              </a:defRPr>
            </a:lvl7pPr>
            <a:lvl8pPr algn="l">
              <a:defRPr sz="1200" b="1" i="0">
                <a:solidFill>
                  <a:srgbClr val="6E1E31"/>
                </a:solidFill>
              </a:defRPr>
            </a:lvl8pPr>
            <a:lvl9pPr algn="l">
              <a:defRPr sz="1200" b="1" i="0">
                <a:solidFill>
                  <a:srgbClr val="6E1E31"/>
                </a:solidFill>
              </a:defRPr>
            </a:lvl9pPr>
          </a:lstStyle>
          <a:p>
            <a:pPr algn="l">
              <a:defRPr sz="1200" b="1" i="0">
                <a:solidFill>
                  <a:srgbClr val="6E1E31"/>
                </a:solidFill>
              </a:defRPr>
            </a:pPr>
            <a:r>
              <a:rPr sz="1200" b="1" i="0">
                <a:solidFill>
                  <a:srgbClr val="6E1E31"/>
                </a:solidFill>
              </a:rPr>
              <a:t>Pergunta de negócio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2CB9FE-6659-FEE0-071F-83695AEF55DD}"/>
              </a:ext>
            </a:extLst>
          </p:cNvPr>
          <p:cNvSpPr>
            <a:spLocks noGrp="1"/>
          </p:cNvSpPr>
          <p:nvPr/>
        </p:nvSpPr>
        <p:spPr>
          <a:xfrm>
            <a:off x="609600" y="2414587"/>
            <a:ext cx="76200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 i="0">
                <a:solidFill>
                  <a:srgbClr val="21191A"/>
                </a:solidFill>
              </a:defRPr>
            </a:defPPr>
            <a:lvl1pPr algn="l">
              <a:defRPr sz="2250" b="1" i="0">
                <a:solidFill>
                  <a:srgbClr val="21191A"/>
                </a:solidFill>
              </a:defRPr>
            </a:lvl1pPr>
            <a:lvl2pPr algn="l">
              <a:defRPr sz="2250" b="1" i="0">
                <a:solidFill>
                  <a:srgbClr val="21191A"/>
                </a:solidFill>
              </a:defRPr>
            </a:lvl2pPr>
            <a:lvl3pPr algn="l">
              <a:defRPr sz="2250" b="1" i="0">
                <a:solidFill>
                  <a:srgbClr val="21191A"/>
                </a:solidFill>
              </a:defRPr>
            </a:lvl3pPr>
            <a:lvl4pPr algn="l">
              <a:defRPr sz="2250" b="1" i="0">
                <a:solidFill>
                  <a:srgbClr val="21191A"/>
                </a:solidFill>
              </a:defRPr>
            </a:lvl4pPr>
            <a:lvl5pPr algn="l">
              <a:defRPr sz="2250" b="1" i="0">
                <a:solidFill>
                  <a:srgbClr val="21191A"/>
                </a:solidFill>
              </a:defRPr>
            </a:lvl5pPr>
            <a:lvl6pPr algn="l">
              <a:defRPr sz="2250" b="1" i="0">
                <a:solidFill>
                  <a:srgbClr val="21191A"/>
                </a:solidFill>
              </a:defRPr>
            </a:lvl6pPr>
            <a:lvl7pPr algn="l">
              <a:defRPr sz="2250" b="1" i="0">
                <a:solidFill>
                  <a:srgbClr val="21191A"/>
                </a:solidFill>
              </a:defRPr>
            </a:lvl7pPr>
            <a:lvl8pPr algn="l">
              <a:defRPr sz="2250" b="1" i="0">
                <a:solidFill>
                  <a:srgbClr val="21191A"/>
                </a:solidFill>
              </a:defRPr>
            </a:lvl8pPr>
            <a:lvl9pPr algn="l">
              <a:defRPr sz="2250" b="1" i="0">
                <a:solidFill>
                  <a:srgbClr val="21191A"/>
                </a:solidFill>
              </a:defRPr>
            </a:lvl9pPr>
          </a:lstStyle>
          <a:p>
            <a:pPr algn="l">
              <a:defRPr sz="2250" b="1" i="0">
                <a:solidFill>
                  <a:srgbClr val="21191A"/>
                </a:solidFill>
              </a:defRPr>
            </a:pPr>
            <a:r>
              <a:rPr sz="2800" b="1" i="0" dirty="0">
                <a:solidFill>
                  <a:srgbClr val="21191A"/>
                </a:solidFill>
              </a:rPr>
              <a:t>Quais </a:t>
            </a:r>
            <a:r>
              <a:rPr sz="2800" b="1" i="0" dirty="0" err="1">
                <a:solidFill>
                  <a:srgbClr val="21191A"/>
                </a:solidFill>
              </a:rPr>
              <a:t>características</a:t>
            </a:r>
            <a:r>
              <a:rPr sz="2800" b="1" i="0" dirty="0">
                <a:solidFill>
                  <a:srgbClr val="21191A"/>
                </a:solidFill>
              </a:rPr>
              <a:t> </a:t>
            </a:r>
            <a:r>
              <a:rPr sz="2800" b="1" i="0" dirty="0" err="1">
                <a:solidFill>
                  <a:srgbClr val="21191A"/>
                </a:solidFill>
              </a:rPr>
              <a:t>físico-químicas</a:t>
            </a:r>
            <a:r>
              <a:rPr sz="2800" b="1" i="0" dirty="0">
                <a:solidFill>
                  <a:srgbClr val="21191A"/>
                </a:solidFill>
              </a:rPr>
              <a:t> </a:t>
            </a:r>
            <a:r>
              <a:rPr sz="2800" b="1" i="0" dirty="0" err="1">
                <a:solidFill>
                  <a:srgbClr val="21191A"/>
                </a:solidFill>
              </a:rPr>
              <a:t>ajudam</a:t>
            </a:r>
            <a:r>
              <a:rPr sz="2800" b="1" i="0" dirty="0">
                <a:solidFill>
                  <a:srgbClr val="21191A"/>
                </a:solidFill>
              </a:rPr>
              <a:t> a </a:t>
            </a:r>
            <a:r>
              <a:rPr sz="2800" b="1" i="0" dirty="0" err="1">
                <a:solidFill>
                  <a:srgbClr val="21191A"/>
                </a:solidFill>
              </a:rPr>
              <a:t>antecipar</a:t>
            </a:r>
            <a:r>
              <a:rPr sz="2800" b="1" i="0" dirty="0">
                <a:solidFill>
                  <a:srgbClr val="21191A"/>
                </a:solidFill>
              </a:rPr>
              <a:t> a </a:t>
            </a:r>
            <a:r>
              <a:rPr sz="2800" b="1" i="0" dirty="0" err="1">
                <a:solidFill>
                  <a:srgbClr val="21191A"/>
                </a:solidFill>
              </a:rPr>
              <a:t>alta</a:t>
            </a:r>
            <a:r>
              <a:rPr sz="2800" b="1" i="0" dirty="0">
                <a:solidFill>
                  <a:srgbClr val="21191A"/>
                </a:solidFill>
              </a:rPr>
              <a:t> </a:t>
            </a:r>
            <a:r>
              <a:rPr sz="2800" b="1" i="0" dirty="0" err="1">
                <a:solidFill>
                  <a:srgbClr val="21191A"/>
                </a:solidFill>
              </a:rPr>
              <a:t>qualidade</a:t>
            </a:r>
            <a:r>
              <a:rPr sz="2800" b="1" i="0" dirty="0">
                <a:solidFill>
                  <a:srgbClr val="21191A"/>
                </a:solidFill>
              </a:rPr>
              <a:t>?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AA3E6F4-566C-1119-0DFD-D3A31E792012}"/>
              </a:ext>
            </a:extLst>
          </p:cNvPr>
          <p:cNvSpPr>
            <a:spLocks noGrp="1"/>
          </p:cNvSpPr>
          <p:nvPr/>
        </p:nvSpPr>
        <p:spPr>
          <a:xfrm>
            <a:off x="609599" y="3714750"/>
            <a:ext cx="7779489" cy="1566864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5F6CB41-869C-95B4-991D-185066F189D2}"/>
              </a:ext>
            </a:extLst>
          </p:cNvPr>
          <p:cNvSpPr>
            <a:spLocks noGrp="1"/>
          </p:cNvSpPr>
          <p:nvPr/>
        </p:nvSpPr>
        <p:spPr>
          <a:xfrm>
            <a:off x="822251" y="4008215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1" i="0">
                <a:solidFill>
                  <a:srgbClr val="6E1E31"/>
                </a:solidFill>
              </a:defRPr>
            </a:defPPr>
            <a:lvl1pPr algn="l">
              <a:defRPr sz="1200" b="1" i="0">
                <a:solidFill>
                  <a:srgbClr val="6E1E31"/>
                </a:solidFill>
              </a:defRPr>
            </a:lvl1pPr>
            <a:lvl2pPr algn="l">
              <a:defRPr sz="1200" b="1" i="0">
                <a:solidFill>
                  <a:srgbClr val="6E1E31"/>
                </a:solidFill>
              </a:defRPr>
            </a:lvl2pPr>
            <a:lvl3pPr algn="l">
              <a:defRPr sz="1200" b="1" i="0">
                <a:solidFill>
                  <a:srgbClr val="6E1E31"/>
                </a:solidFill>
              </a:defRPr>
            </a:lvl3pPr>
            <a:lvl4pPr algn="l">
              <a:defRPr sz="1200" b="1" i="0">
                <a:solidFill>
                  <a:srgbClr val="6E1E31"/>
                </a:solidFill>
              </a:defRPr>
            </a:lvl4pPr>
            <a:lvl5pPr algn="l">
              <a:defRPr sz="1200" b="1" i="0">
                <a:solidFill>
                  <a:srgbClr val="6E1E31"/>
                </a:solidFill>
              </a:defRPr>
            </a:lvl5pPr>
            <a:lvl6pPr algn="l">
              <a:defRPr sz="1200" b="1" i="0">
                <a:solidFill>
                  <a:srgbClr val="6E1E31"/>
                </a:solidFill>
              </a:defRPr>
            </a:lvl6pPr>
            <a:lvl7pPr algn="l">
              <a:defRPr sz="1200" b="1" i="0">
                <a:solidFill>
                  <a:srgbClr val="6E1E31"/>
                </a:solidFill>
              </a:defRPr>
            </a:lvl7pPr>
            <a:lvl8pPr algn="l">
              <a:defRPr sz="1200" b="1" i="0">
                <a:solidFill>
                  <a:srgbClr val="6E1E31"/>
                </a:solidFill>
              </a:defRPr>
            </a:lvl8pPr>
            <a:lvl9pPr algn="l">
              <a:defRPr sz="1200" b="1" i="0">
                <a:solidFill>
                  <a:srgbClr val="6E1E31"/>
                </a:solidFill>
              </a:defRPr>
            </a:lvl9pPr>
          </a:lstStyle>
          <a:p>
            <a:pPr algn="l">
              <a:defRPr sz="1200" b="1" i="0">
                <a:solidFill>
                  <a:srgbClr val="6E1E31"/>
                </a:solidFill>
              </a:defRPr>
            </a:pPr>
            <a:r>
              <a:rPr sz="1200" b="1" i="0">
                <a:solidFill>
                  <a:schemeClr val="bg1"/>
                </a:solidFill>
              </a:rPr>
              <a:t>Critério de escolha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D66A759-4BA9-68D2-C7F4-82073A20DCE1}"/>
              </a:ext>
            </a:extLst>
          </p:cNvPr>
          <p:cNvSpPr>
            <a:spLocks noGrp="1"/>
          </p:cNvSpPr>
          <p:nvPr/>
        </p:nvSpPr>
        <p:spPr>
          <a:xfrm>
            <a:off x="822251" y="4341590"/>
            <a:ext cx="7237228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 i="0">
                <a:solidFill>
                  <a:srgbClr val="6B6263"/>
                </a:solidFill>
              </a:defRPr>
            </a:defPPr>
            <a:lvl1pPr algn="l">
              <a:defRPr sz="1425" b="0" i="0">
                <a:solidFill>
                  <a:srgbClr val="6B6263"/>
                </a:solidFill>
              </a:defRPr>
            </a:lvl1pPr>
            <a:lvl2pPr algn="l">
              <a:defRPr sz="1425" b="0" i="0">
                <a:solidFill>
                  <a:srgbClr val="6B6263"/>
                </a:solidFill>
              </a:defRPr>
            </a:lvl2pPr>
            <a:lvl3pPr algn="l">
              <a:defRPr sz="1425" b="0" i="0">
                <a:solidFill>
                  <a:srgbClr val="6B6263"/>
                </a:solidFill>
              </a:defRPr>
            </a:lvl3pPr>
            <a:lvl4pPr algn="l">
              <a:defRPr sz="1425" b="0" i="0">
                <a:solidFill>
                  <a:srgbClr val="6B6263"/>
                </a:solidFill>
              </a:defRPr>
            </a:lvl4pPr>
            <a:lvl5pPr algn="l">
              <a:defRPr sz="1425" b="0" i="0">
                <a:solidFill>
                  <a:srgbClr val="6B6263"/>
                </a:solidFill>
              </a:defRPr>
            </a:lvl5pPr>
            <a:lvl6pPr algn="l">
              <a:defRPr sz="1425" b="0" i="0">
                <a:solidFill>
                  <a:srgbClr val="6B6263"/>
                </a:solidFill>
              </a:defRPr>
            </a:lvl6pPr>
            <a:lvl7pPr algn="l">
              <a:defRPr sz="1425" b="0" i="0">
                <a:solidFill>
                  <a:srgbClr val="6B6263"/>
                </a:solidFill>
              </a:defRPr>
            </a:lvl7pPr>
            <a:lvl8pPr algn="l">
              <a:defRPr sz="1425" b="0" i="0">
                <a:solidFill>
                  <a:srgbClr val="6B6263"/>
                </a:solidFill>
              </a:defRPr>
            </a:lvl8pPr>
            <a:lvl9pPr algn="l">
              <a:defRPr sz="1425" b="0" i="0">
                <a:solidFill>
                  <a:srgbClr val="6B6263"/>
                </a:solidFill>
              </a:defRPr>
            </a:lvl9pPr>
          </a:lstStyle>
          <a:p>
            <a:pPr algn="l">
              <a:defRPr sz="1425" b="0" i="0">
                <a:solidFill>
                  <a:srgbClr val="6B6263"/>
                </a:solidFill>
              </a:defRPr>
            </a:pPr>
            <a:r>
              <a:rPr lang="pt-BR" sz="1600" b="0" i="0" dirty="0">
                <a:solidFill>
                  <a:schemeClr val="bg1"/>
                </a:solidFill>
              </a:rPr>
              <a:t>Perante os modelos e dados, p</a:t>
            </a:r>
            <a:r>
              <a:rPr sz="1600" b="0" i="0" dirty="0" err="1">
                <a:solidFill>
                  <a:schemeClr val="bg1"/>
                </a:solidFill>
              </a:rPr>
              <a:t>riorizar</a:t>
            </a:r>
            <a:r>
              <a:rPr sz="1600" b="0" i="0" dirty="0">
                <a:solidFill>
                  <a:schemeClr val="bg1"/>
                </a:solidFill>
              </a:rPr>
              <a:t> F1 e recall da </a:t>
            </a:r>
            <a:r>
              <a:rPr sz="1600" b="0" i="0" dirty="0" err="1">
                <a:solidFill>
                  <a:schemeClr val="bg1"/>
                </a:solidFill>
              </a:rPr>
              <a:t>classe</a:t>
            </a:r>
            <a:r>
              <a:rPr sz="1600" b="0" i="0" dirty="0">
                <a:solidFill>
                  <a:schemeClr val="bg1"/>
                </a:solidFill>
              </a:rPr>
              <a:t> </a:t>
            </a:r>
            <a:r>
              <a:rPr sz="1600" b="0" i="0" dirty="0" err="1">
                <a:solidFill>
                  <a:schemeClr val="bg1"/>
                </a:solidFill>
              </a:rPr>
              <a:t>minoritária</a:t>
            </a:r>
            <a:r>
              <a:rPr sz="1600" b="0" i="0" dirty="0">
                <a:solidFill>
                  <a:schemeClr val="bg1"/>
                </a:solidFill>
              </a:rPr>
              <a:t>, </a:t>
            </a:r>
            <a:r>
              <a:rPr sz="1600" b="0" i="0" dirty="0" err="1">
                <a:solidFill>
                  <a:schemeClr val="bg1"/>
                </a:solidFill>
              </a:rPr>
              <a:t>sem</a:t>
            </a:r>
            <a:r>
              <a:rPr sz="1600" b="0" i="0" dirty="0">
                <a:solidFill>
                  <a:schemeClr val="bg1"/>
                </a:solidFill>
              </a:rPr>
              <a:t> </a:t>
            </a:r>
            <a:r>
              <a:rPr sz="1600" b="0" i="0" dirty="0" err="1">
                <a:solidFill>
                  <a:schemeClr val="bg1"/>
                </a:solidFill>
              </a:rPr>
              <a:t>avaliar</a:t>
            </a:r>
            <a:r>
              <a:rPr sz="1600" b="0" i="0" dirty="0">
                <a:solidFill>
                  <a:schemeClr val="bg1"/>
                </a:solidFill>
              </a:rPr>
              <a:t> o </a:t>
            </a:r>
            <a:r>
              <a:rPr sz="1600" b="0" i="0" dirty="0" err="1">
                <a:solidFill>
                  <a:schemeClr val="bg1"/>
                </a:solidFill>
              </a:rPr>
              <a:t>modelo</a:t>
            </a:r>
            <a:r>
              <a:rPr sz="1600" b="0" i="0" dirty="0">
                <a:solidFill>
                  <a:schemeClr val="bg1"/>
                </a:solidFill>
              </a:rPr>
              <a:t> </a:t>
            </a:r>
            <a:r>
              <a:rPr sz="1600" b="0" i="0" dirty="0" err="1">
                <a:solidFill>
                  <a:schemeClr val="bg1"/>
                </a:solidFill>
              </a:rPr>
              <a:t>apenas</a:t>
            </a:r>
            <a:r>
              <a:rPr sz="1600" b="0" i="0" dirty="0">
                <a:solidFill>
                  <a:schemeClr val="bg1"/>
                </a:solidFill>
              </a:rPr>
              <a:t> pela </a:t>
            </a:r>
            <a:r>
              <a:rPr sz="1600" b="0" i="0" dirty="0" err="1">
                <a:solidFill>
                  <a:schemeClr val="bg1"/>
                </a:solidFill>
              </a:rPr>
              <a:t>acurácia</a:t>
            </a:r>
            <a:r>
              <a:rPr sz="1600" b="0" i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2FC8457-CFFD-EA67-BDD3-134C4D0A16D4}"/>
              </a:ext>
            </a:extLst>
          </p:cNvPr>
          <p:cNvSpPr>
            <a:spLocks noGrp="1"/>
          </p:cNvSpPr>
          <p:nvPr/>
        </p:nvSpPr>
        <p:spPr>
          <a:xfrm flipH="1">
            <a:off x="8629651" y="0"/>
            <a:ext cx="356234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pPr algn="ctr"/>
            <a:endParaRPr lang="pt-BR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4E550F3-C9B1-2906-A368-D42388E11772}"/>
              </a:ext>
            </a:extLst>
          </p:cNvPr>
          <p:cNvSpPr>
            <a:spLocks noGrp="1"/>
          </p:cNvSpPr>
          <p:nvPr/>
        </p:nvSpPr>
        <p:spPr>
          <a:xfrm>
            <a:off x="9418011" y="624078"/>
            <a:ext cx="2050311" cy="732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6E1E31"/>
                </a:solidFill>
              </a:defRPr>
            </a:defPPr>
            <a:lvl1pPr algn="l">
              <a:defRPr sz="2850" b="1" i="0">
                <a:solidFill>
                  <a:srgbClr val="6E1E31"/>
                </a:solidFill>
              </a:defRPr>
            </a:lvl1pPr>
            <a:lvl2pPr algn="l">
              <a:defRPr sz="2850" b="1" i="0">
                <a:solidFill>
                  <a:srgbClr val="6E1E31"/>
                </a:solidFill>
              </a:defRPr>
            </a:lvl2pPr>
            <a:lvl3pPr algn="l">
              <a:defRPr sz="2850" b="1" i="0">
                <a:solidFill>
                  <a:srgbClr val="6E1E31"/>
                </a:solidFill>
              </a:defRPr>
            </a:lvl3pPr>
            <a:lvl4pPr algn="l">
              <a:defRPr sz="2850" b="1" i="0">
                <a:solidFill>
                  <a:srgbClr val="6E1E31"/>
                </a:solidFill>
              </a:defRPr>
            </a:lvl4pPr>
            <a:lvl5pPr algn="l">
              <a:defRPr sz="2850" b="1" i="0">
                <a:solidFill>
                  <a:srgbClr val="6E1E31"/>
                </a:solidFill>
              </a:defRPr>
            </a:lvl5pPr>
            <a:lvl6pPr algn="l">
              <a:defRPr sz="2850" b="1" i="0">
                <a:solidFill>
                  <a:srgbClr val="6E1E31"/>
                </a:solidFill>
              </a:defRPr>
            </a:lvl6pPr>
            <a:lvl7pPr algn="l">
              <a:defRPr sz="2850" b="1" i="0">
                <a:solidFill>
                  <a:srgbClr val="6E1E31"/>
                </a:solidFill>
              </a:defRPr>
            </a:lvl7pPr>
            <a:lvl8pPr algn="l">
              <a:defRPr sz="2850" b="1" i="0">
                <a:solidFill>
                  <a:srgbClr val="6E1E31"/>
                </a:solidFill>
              </a:defRPr>
            </a:lvl8pPr>
            <a:lvl9pPr algn="l">
              <a:defRPr sz="2850" b="1" i="0">
                <a:solidFill>
                  <a:srgbClr val="6E1E31"/>
                </a:solidFill>
              </a:defRPr>
            </a:lvl9pPr>
          </a:lstStyle>
          <a:p>
            <a:pPr algn="ctr">
              <a:defRPr sz="2850" b="1" i="0">
                <a:solidFill>
                  <a:srgbClr val="6E1E31"/>
                </a:solidFill>
              </a:defRPr>
            </a:pPr>
            <a:r>
              <a:rPr sz="4400" b="1" i="0" dirty="0">
                <a:solidFill>
                  <a:srgbClr val="820000"/>
                </a:solidFill>
              </a:rPr>
              <a:t>1.143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D374FBB-F174-566D-B8E7-AE76906B0F77}"/>
              </a:ext>
            </a:extLst>
          </p:cNvPr>
          <p:cNvSpPr>
            <a:spLocks noGrp="1"/>
          </p:cNvSpPr>
          <p:nvPr/>
        </p:nvSpPr>
        <p:spPr>
          <a:xfrm>
            <a:off x="9418011" y="1395222"/>
            <a:ext cx="205031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ctr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820000"/>
                </a:solidFill>
              </a:rPr>
              <a:t>amostras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B9B9176-26C4-1361-6CEE-330087C4E347}"/>
              </a:ext>
            </a:extLst>
          </p:cNvPr>
          <p:cNvSpPr>
            <a:spLocks noGrp="1"/>
          </p:cNvSpPr>
          <p:nvPr/>
        </p:nvSpPr>
        <p:spPr>
          <a:xfrm>
            <a:off x="9347791" y="2530222"/>
            <a:ext cx="2190750" cy="732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BF8B45"/>
                </a:solidFill>
              </a:defRPr>
            </a:defPPr>
            <a:lvl1pPr algn="l">
              <a:defRPr sz="2850" b="1" i="0">
                <a:solidFill>
                  <a:srgbClr val="BF8B45"/>
                </a:solidFill>
              </a:defRPr>
            </a:lvl1pPr>
            <a:lvl2pPr algn="l">
              <a:defRPr sz="2850" b="1" i="0">
                <a:solidFill>
                  <a:srgbClr val="BF8B45"/>
                </a:solidFill>
              </a:defRPr>
            </a:lvl2pPr>
            <a:lvl3pPr algn="l">
              <a:defRPr sz="2850" b="1" i="0">
                <a:solidFill>
                  <a:srgbClr val="BF8B45"/>
                </a:solidFill>
              </a:defRPr>
            </a:lvl3pPr>
            <a:lvl4pPr algn="l">
              <a:defRPr sz="2850" b="1" i="0">
                <a:solidFill>
                  <a:srgbClr val="BF8B45"/>
                </a:solidFill>
              </a:defRPr>
            </a:lvl4pPr>
            <a:lvl5pPr algn="l">
              <a:defRPr sz="2850" b="1" i="0">
                <a:solidFill>
                  <a:srgbClr val="BF8B45"/>
                </a:solidFill>
              </a:defRPr>
            </a:lvl5pPr>
            <a:lvl6pPr algn="l">
              <a:defRPr sz="2850" b="1" i="0">
                <a:solidFill>
                  <a:srgbClr val="BF8B45"/>
                </a:solidFill>
              </a:defRPr>
            </a:lvl6pPr>
            <a:lvl7pPr algn="l">
              <a:defRPr sz="2850" b="1" i="0">
                <a:solidFill>
                  <a:srgbClr val="BF8B45"/>
                </a:solidFill>
              </a:defRPr>
            </a:lvl7pPr>
            <a:lvl8pPr algn="l">
              <a:defRPr sz="2850" b="1" i="0">
                <a:solidFill>
                  <a:srgbClr val="BF8B45"/>
                </a:solidFill>
              </a:defRPr>
            </a:lvl8pPr>
            <a:lvl9pPr algn="l">
              <a:defRPr sz="2850" b="1" i="0">
                <a:solidFill>
                  <a:srgbClr val="BF8B45"/>
                </a:solidFill>
              </a:defRPr>
            </a:lvl9pPr>
          </a:lstStyle>
          <a:p>
            <a:pPr algn="ctr">
              <a:defRPr sz="2850" b="1" i="0">
                <a:solidFill>
                  <a:srgbClr val="BF8B45"/>
                </a:solidFill>
              </a:defRPr>
            </a:pPr>
            <a:r>
              <a:rPr sz="4400" b="1" i="0">
                <a:solidFill>
                  <a:srgbClr val="820000"/>
                </a:solidFill>
              </a:rPr>
              <a:t>11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31E527B-D559-A692-02ED-65B8631EE3C9}"/>
              </a:ext>
            </a:extLst>
          </p:cNvPr>
          <p:cNvSpPr>
            <a:spLocks noGrp="1"/>
          </p:cNvSpPr>
          <p:nvPr/>
        </p:nvSpPr>
        <p:spPr>
          <a:xfrm>
            <a:off x="9347791" y="330117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ctr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820000"/>
                </a:solidFill>
              </a:rPr>
              <a:t>atributos físico-químicos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15943D5-44B4-9B5D-9048-686DF9C5C3A8}"/>
              </a:ext>
            </a:extLst>
          </p:cNvPr>
          <p:cNvSpPr>
            <a:spLocks noGrp="1"/>
          </p:cNvSpPr>
          <p:nvPr/>
        </p:nvSpPr>
        <p:spPr>
          <a:xfrm>
            <a:off x="9347791" y="4424934"/>
            <a:ext cx="2190750" cy="732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315C89"/>
                </a:solidFill>
              </a:defRPr>
            </a:defPPr>
            <a:lvl1pPr algn="l">
              <a:defRPr sz="2850" b="1" i="0">
                <a:solidFill>
                  <a:srgbClr val="315C89"/>
                </a:solidFill>
              </a:defRPr>
            </a:lvl1pPr>
            <a:lvl2pPr algn="l">
              <a:defRPr sz="2850" b="1" i="0">
                <a:solidFill>
                  <a:srgbClr val="315C89"/>
                </a:solidFill>
              </a:defRPr>
            </a:lvl2pPr>
            <a:lvl3pPr algn="l">
              <a:defRPr sz="2850" b="1" i="0">
                <a:solidFill>
                  <a:srgbClr val="315C89"/>
                </a:solidFill>
              </a:defRPr>
            </a:lvl3pPr>
            <a:lvl4pPr algn="l">
              <a:defRPr sz="2850" b="1" i="0">
                <a:solidFill>
                  <a:srgbClr val="315C89"/>
                </a:solidFill>
              </a:defRPr>
            </a:lvl4pPr>
            <a:lvl5pPr algn="l">
              <a:defRPr sz="2850" b="1" i="0">
                <a:solidFill>
                  <a:srgbClr val="315C89"/>
                </a:solidFill>
              </a:defRPr>
            </a:lvl5pPr>
            <a:lvl6pPr algn="l">
              <a:defRPr sz="2850" b="1" i="0">
                <a:solidFill>
                  <a:srgbClr val="315C89"/>
                </a:solidFill>
              </a:defRPr>
            </a:lvl6pPr>
            <a:lvl7pPr algn="l">
              <a:defRPr sz="2850" b="1" i="0">
                <a:solidFill>
                  <a:srgbClr val="315C89"/>
                </a:solidFill>
              </a:defRPr>
            </a:lvl7pPr>
            <a:lvl8pPr algn="l">
              <a:defRPr sz="2850" b="1" i="0">
                <a:solidFill>
                  <a:srgbClr val="315C89"/>
                </a:solidFill>
              </a:defRPr>
            </a:lvl8pPr>
            <a:lvl9pPr algn="l">
              <a:defRPr sz="2850" b="1" i="0">
                <a:solidFill>
                  <a:srgbClr val="315C89"/>
                </a:solidFill>
              </a:defRPr>
            </a:lvl9pPr>
          </a:lstStyle>
          <a:p>
            <a:pPr algn="ctr">
              <a:defRPr sz="2850" b="1" i="0">
                <a:solidFill>
                  <a:srgbClr val="315C89"/>
                </a:solidFill>
              </a:defRPr>
            </a:pPr>
            <a:r>
              <a:rPr sz="4400" b="1" i="0">
                <a:solidFill>
                  <a:srgbClr val="820000"/>
                </a:solidFill>
              </a:rPr>
              <a:t>4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2830E4B-F157-BB30-875E-7687BA9C12B8}"/>
              </a:ext>
            </a:extLst>
          </p:cNvPr>
          <p:cNvSpPr>
            <a:spLocks noGrp="1"/>
          </p:cNvSpPr>
          <p:nvPr/>
        </p:nvSpPr>
        <p:spPr>
          <a:xfrm>
            <a:off x="9347791" y="5196078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ctr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820000"/>
                </a:solidFill>
              </a:rPr>
              <a:t>modelos comparados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D19E87CB-1E09-4E62-3127-2A0BDE35355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E90F2B57-6A3F-E94E-CD6B-C850F83A6FD3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 dirty="0">
                <a:solidFill>
                  <a:srgbClr val="6E1E31"/>
                </a:solidFill>
              </a:rPr>
              <a:t>CONTEXTO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EA9CB107-E2D8-615E-4728-34905DA6F09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779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692A232-C24F-95A2-963C-A907A4BB1BC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90AE5BD-DDAA-2B21-4FD6-82B8FE60110E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DADOS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93CE196-28CF-ED6F-6588-067770F93683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DATASET E VARIÁVEL-ALVO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1CA68A-0D78-79B1-6E11-57C65ACC9F0B}"/>
              </a:ext>
            </a:extLst>
          </p:cNvPr>
          <p:cNvSpPr>
            <a:spLocks noGrp="1"/>
          </p:cNvSpPr>
          <p:nvPr/>
        </p:nvSpPr>
        <p:spPr>
          <a:xfrm>
            <a:off x="609600" y="1393973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 dirty="0">
                <a:solidFill>
                  <a:srgbClr val="6B6263"/>
                </a:solidFill>
              </a:rPr>
              <a:t>Wine Quality Dataset em </a:t>
            </a:r>
            <a:r>
              <a:rPr sz="1200" b="0" i="0" dirty="0" err="1">
                <a:solidFill>
                  <a:srgbClr val="6B6263"/>
                </a:solidFill>
              </a:rPr>
              <a:t>formato</a:t>
            </a:r>
            <a:r>
              <a:rPr sz="1200" b="0" i="0" dirty="0">
                <a:solidFill>
                  <a:srgbClr val="6B6263"/>
                </a:solidFill>
              </a:rPr>
              <a:t> CSV, com 13 </a:t>
            </a:r>
            <a:r>
              <a:rPr sz="1200" b="0" i="0" dirty="0" err="1">
                <a:solidFill>
                  <a:srgbClr val="6B6263"/>
                </a:solidFill>
              </a:rPr>
              <a:t>colunas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originais</a:t>
            </a:r>
            <a:endParaRPr sz="1200" b="0" i="0" dirty="0">
              <a:solidFill>
                <a:srgbClr val="6B6263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9F8BAE5-D673-0280-26F9-E7250E78574D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 i="0">
                <a:solidFill>
                  <a:srgbClr val="6E1E31"/>
                </a:solidFill>
              </a:defRPr>
            </a:defPPr>
            <a:lvl1pPr algn="l">
              <a:defRPr sz="1350" b="1" i="0">
                <a:solidFill>
                  <a:srgbClr val="6E1E31"/>
                </a:solidFill>
              </a:defRPr>
            </a:lvl1pPr>
            <a:lvl2pPr algn="l">
              <a:defRPr sz="1350" b="1" i="0">
                <a:solidFill>
                  <a:srgbClr val="6E1E31"/>
                </a:solidFill>
              </a:defRPr>
            </a:lvl2pPr>
            <a:lvl3pPr algn="l">
              <a:defRPr sz="1350" b="1" i="0">
                <a:solidFill>
                  <a:srgbClr val="6E1E31"/>
                </a:solidFill>
              </a:defRPr>
            </a:lvl3pPr>
            <a:lvl4pPr algn="l">
              <a:defRPr sz="1350" b="1" i="0">
                <a:solidFill>
                  <a:srgbClr val="6E1E31"/>
                </a:solidFill>
              </a:defRPr>
            </a:lvl4pPr>
            <a:lvl5pPr algn="l">
              <a:defRPr sz="1350" b="1" i="0">
                <a:solidFill>
                  <a:srgbClr val="6E1E31"/>
                </a:solidFill>
              </a:defRPr>
            </a:lvl5pPr>
            <a:lvl6pPr algn="l">
              <a:defRPr sz="1350" b="1" i="0">
                <a:solidFill>
                  <a:srgbClr val="6E1E31"/>
                </a:solidFill>
              </a:defRPr>
            </a:lvl6pPr>
            <a:lvl7pPr algn="l">
              <a:defRPr sz="1350" b="1" i="0">
                <a:solidFill>
                  <a:srgbClr val="6E1E31"/>
                </a:solidFill>
              </a:defRPr>
            </a:lvl7pPr>
            <a:lvl8pPr algn="l">
              <a:defRPr sz="1350" b="1" i="0">
                <a:solidFill>
                  <a:srgbClr val="6E1E31"/>
                </a:solidFill>
              </a:defRPr>
            </a:lvl8pPr>
            <a:lvl9pPr algn="l">
              <a:defRPr sz="1350" b="1" i="0">
                <a:solidFill>
                  <a:srgbClr val="6E1E31"/>
                </a:solidFill>
              </a:defRPr>
            </a:lvl9pPr>
          </a:lstStyle>
          <a:p>
            <a:pPr algn="l">
              <a:defRPr sz="1350" b="1" i="0">
                <a:solidFill>
                  <a:srgbClr val="6E1E31"/>
                </a:solidFill>
              </a:defRPr>
            </a:pPr>
            <a:r>
              <a:rPr sz="1350" b="1" i="0">
                <a:solidFill>
                  <a:srgbClr val="6E1E31"/>
                </a:solidFill>
              </a:rPr>
              <a:t>Integridade da base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89EE3D5-2D18-4E26-9302-79D13C22D3B2}"/>
              </a:ext>
            </a:extLst>
          </p:cNvPr>
          <p:cNvSpPr>
            <a:spLocks noGrp="1"/>
          </p:cNvSpPr>
          <p:nvPr/>
        </p:nvSpPr>
        <p:spPr>
          <a:xfrm>
            <a:off x="778002" y="2577288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1F6A57"/>
                </a:solidFill>
              </a:defRPr>
            </a:defPPr>
            <a:lvl1pPr algn="l">
              <a:defRPr sz="2850" b="1" i="0">
                <a:solidFill>
                  <a:srgbClr val="1F6A57"/>
                </a:solidFill>
              </a:defRPr>
            </a:lvl1pPr>
            <a:lvl2pPr algn="l">
              <a:defRPr sz="2850" b="1" i="0">
                <a:solidFill>
                  <a:srgbClr val="1F6A57"/>
                </a:solidFill>
              </a:defRPr>
            </a:lvl2pPr>
            <a:lvl3pPr algn="l">
              <a:defRPr sz="2850" b="1" i="0">
                <a:solidFill>
                  <a:srgbClr val="1F6A57"/>
                </a:solidFill>
              </a:defRPr>
            </a:lvl3pPr>
            <a:lvl4pPr algn="l">
              <a:defRPr sz="2850" b="1" i="0">
                <a:solidFill>
                  <a:srgbClr val="1F6A57"/>
                </a:solidFill>
              </a:defRPr>
            </a:lvl4pPr>
            <a:lvl5pPr algn="l">
              <a:defRPr sz="2850" b="1" i="0">
                <a:solidFill>
                  <a:srgbClr val="1F6A57"/>
                </a:solidFill>
              </a:defRPr>
            </a:lvl5pPr>
            <a:lvl6pPr algn="l">
              <a:defRPr sz="2850" b="1" i="0">
                <a:solidFill>
                  <a:srgbClr val="1F6A57"/>
                </a:solidFill>
              </a:defRPr>
            </a:lvl6pPr>
            <a:lvl7pPr algn="l">
              <a:defRPr sz="2850" b="1" i="0">
                <a:solidFill>
                  <a:srgbClr val="1F6A57"/>
                </a:solidFill>
              </a:defRPr>
            </a:lvl7pPr>
            <a:lvl8pPr algn="l">
              <a:defRPr sz="2850" b="1" i="0">
                <a:solidFill>
                  <a:srgbClr val="1F6A57"/>
                </a:solidFill>
              </a:defRPr>
            </a:lvl8pPr>
            <a:lvl9pPr algn="l">
              <a:defRPr sz="2850" b="1" i="0">
                <a:solidFill>
                  <a:srgbClr val="1F6A57"/>
                </a:solidFill>
              </a:defRPr>
            </a:lvl9pPr>
          </a:lstStyle>
          <a:p>
            <a:pPr algn="ctr">
              <a:defRPr sz="2850" b="1" i="0">
                <a:solidFill>
                  <a:srgbClr val="1F6A57"/>
                </a:solidFill>
              </a:defRPr>
            </a:pPr>
            <a:r>
              <a:rPr sz="2850" b="1" i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DEBEF4A-1342-9594-770C-FA7D4A69BFAE}"/>
              </a:ext>
            </a:extLst>
          </p:cNvPr>
          <p:cNvSpPr>
            <a:spLocks noGrp="1"/>
          </p:cNvSpPr>
          <p:nvPr/>
        </p:nvSpPr>
        <p:spPr>
          <a:xfrm>
            <a:off x="778002" y="3129738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ctr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chemeClr val="tx1">
                    <a:lumMod val="85000"/>
                    <a:lumOff val="15000"/>
                  </a:schemeClr>
                </a:solidFill>
              </a:rPr>
              <a:t>valores ausentes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D5A4FCF-DAE0-FCA7-90DD-7F13392D81AE}"/>
              </a:ext>
            </a:extLst>
          </p:cNvPr>
          <p:cNvSpPr>
            <a:spLocks noGrp="1"/>
          </p:cNvSpPr>
          <p:nvPr/>
        </p:nvSpPr>
        <p:spPr>
          <a:xfrm>
            <a:off x="2787777" y="2577288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1F6A57"/>
                </a:solidFill>
              </a:defRPr>
            </a:defPPr>
            <a:lvl1pPr algn="l">
              <a:defRPr sz="2850" b="1" i="0">
                <a:solidFill>
                  <a:srgbClr val="1F6A57"/>
                </a:solidFill>
              </a:defRPr>
            </a:lvl1pPr>
            <a:lvl2pPr algn="l">
              <a:defRPr sz="2850" b="1" i="0">
                <a:solidFill>
                  <a:srgbClr val="1F6A57"/>
                </a:solidFill>
              </a:defRPr>
            </a:lvl2pPr>
            <a:lvl3pPr algn="l">
              <a:defRPr sz="2850" b="1" i="0">
                <a:solidFill>
                  <a:srgbClr val="1F6A57"/>
                </a:solidFill>
              </a:defRPr>
            </a:lvl3pPr>
            <a:lvl4pPr algn="l">
              <a:defRPr sz="2850" b="1" i="0">
                <a:solidFill>
                  <a:srgbClr val="1F6A57"/>
                </a:solidFill>
              </a:defRPr>
            </a:lvl4pPr>
            <a:lvl5pPr algn="l">
              <a:defRPr sz="2850" b="1" i="0">
                <a:solidFill>
                  <a:srgbClr val="1F6A57"/>
                </a:solidFill>
              </a:defRPr>
            </a:lvl5pPr>
            <a:lvl6pPr algn="l">
              <a:defRPr sz="2850" b="1" i="0">
                <a:solidFill>
                  <a:srgbClr val="1F6A57"/>
                </a:solidFill>
              </a:defRPr>
            </a:lvl6pPr>
            <a:lvl7pPr algn="l">
              <a:defRPr sz="2850" b="1" i="0">
                <a:solidFill>
                  <a:srgbClr val="1F6A57"/>
                </a:solidFill>
              </a:defRPr>
            </a:lvl7pPr>
            <a:lvl8pPr algn="l">
              <a:defRPr sz="2850" b="1" i="0">
                <a:solidFill>
                  <a:srgbClr val="1F6A57"/>
                </a:solidFill>
              </a:defRPr>
            </a:lvl8pPr>
            <a:lvl9pPr algn="l">
              <a:defRPr sz="2850" b="1" i="0">
                <a:solidFill>
                  <a:srgbClr val="1F6A57"/>
                </a:solidFill>
              </a:defRPr>
            </a:lvl9pPr>
          </a:lstStyle>
          <a:p>
            <a:pPr algn="ctr">
              <a:defRPr sz="2850" b="1" i="0">
                <a:solidFill>
                  <a:srgbClr val="1F6A57"/>
                </a:solidFill>
              </a:defRPr>
            </a:pPr>
            <a:r>
              <a:rPr sz="2850" b="1" i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737D5CF-F9F6-C7D9-0668-8715D54AC64C}"/>
              </a:ext>
            </a:extLst>
          </p:cNvPr>
          <p:cNvSpPr>
            <a:spLocks noGrp="1"/>
          </p:cNvSpPr>
          <p:nvPr/>
        </p:nvSpPr>
        <p:spPr>
          <a:xfrm>
            <a:off x="2787777" y="3129738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ctr">
              <a:defRPr sz="1125" b="0" i="0">
                <a:solidFill>
                  <a:srgbClr val="6B6263"/>
                </a:solidFill>
              </a:defRPr>
            </a:pPr>
            <a:r>
              <a:rPr sz="1125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duplicatas</a:t>
            </a:r>
            <a:r>
              <a:rPr sz="1125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125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exatas</a:t>
            </a:r>
            <a:endParaRPr sz="1125" b="0" i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4C78F06-352F-FF25-6196-1BE4AC76A93C}"/>
              </a:ext>
            </a:extLst>
          </p:cNvPr>
          <p:cNvSpPr>
            <a:spLocks noGrp="1"/>
          </p:cNvSpPr>
          <p:nvPr/>
        </p:nvSpPr>
        <p:spPr>
          <a:xfrm>
            <a:off x="778002" y="4091763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BF8B45"/>
                </a:solidFill>
              </a:defRPr>
            </a:defPPr>
            <a:lvl1pPr algn="l">
              <a:defRPr sz="2850" b="1" i="0">
                <a:solidFill>
                  <a:srgbClr val="BF8B45"/>
                </a:solidFill>
              </a:defRPr>
            </a:lvl1pPr>
            <a:lvl2pPr algn="l">
              <a:defRPr sz="2850" b="1" i="0">
                <a:solidFill>
                  <a:srgbClr val="BF8B45"/>
                </a:solidFill>
              </a:defRPr>
            </a:lvl2pPr>
            <a:lvl3pPr algn="l">
              <a:defRPr sz="2850" b="1" i="0">
                <a:solidFill>
                  <a:srgbClr val="BF8B45"/>
                </a:solidFill>
              </a:defRPr>
            </a:lvl3pPr>
            <a:lvl4pPr algn="l">
              <a:defRPr sz="2850" b="1" i="0">
                <a:solidFill>
                  <a:srgbClr val="BF8B45"/>
                </a:solidFill>
              </a:defRPr>
            </a:lvl4pPr>
            <a:lvl5pPr algn="l">
              <a:defRPr sz="2850" b="1" i="0">
                <a:solidFill>
                  <a:srgbClr val="BF8B45"/>
                </a:solidFill>
              </a:defRPr>
            </a:lvl5pPr>
            <a:lvl6pPr algn="l">
              <a:defRPr sz="2850" b="1" i="0">
                <a:solidFill>
                  <a:srgbClr val="BF8B45"/>
                </a:solidFill>
              </a:defRPr>
            </a:lvl6pPr>
            <a:lvl7pPr algn="l">
              <a:defRPr sz="2850" b="1" i="0">
                <a:solidFill>
                  <a:srgbClr val="BF8B45"/>
                </a:solidFill>
              </a:defRPr>
            </a:lvl7pPr>
            <a:lvl8pPr algn="l">
              <a:defRPr sz="2850" b="1" i="0">
                <a:solidFill>
                  <a:srgbClr val="BF8B45"/>
                </a:solidFill>
              </a:defRPr>
            </a:lvl8pPr>
            <a:lvl9pPr algn="l">
              <a:defRPr sz="2850" b="1" i="0">
                <a:solidFill>
                  <a:srgbClr val="BF8B45"/>
                </a:solidFill>
              </a:defRPr>
            </a:lvl9pPr>
          </a:lstStyle>
          <a:p>
            <a:pPr algn="ctr">
              <a:defRPr sz="2850" b="1" i="0">
                <a:solidFill>
                  <a:srgbClr val="BF8B45"/>
                </a:solidFill>
              </a:defRPr>
            </a:pPr>
            <a:r>
              <a:rPr sz="2850" b="1" i="0">
                <a:solidFill>
                  <a:schemeClr val="tx1">
                    <a:lumMod val="85000"/>
                    <a:lumOff val="15000"/>
                  </a:schemeClr>
                </a:solidFill>
              </a:rPr>
              <a:t>3–8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DCE74C2-EB0F-A9BD-98CC-87267ED33276}"/>
              </a:ext>
            </a:extLst>
          </p:cNvPr>
          <p:cNvSpPr>
            <a:spLocks noGrp="1"/>
          </p:cNvSpPr>
          <p:nvPr/>
        </p:nvSpPr>
        <p:spPr>
          <a:xfrm>
            <a:off x="778002" y="4644213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ctr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chemeClr val="tx1">
                    <a:lumMod val="85000"/>
                    <a:lumOff val="15000"/>
                  </a:schemeClr>
                </a:solidFill>
              </a:rPr>
              <a:t>faixa da nota original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6AAEA53-AC89-F0F4-87F1-CE732D6BF11E}"/>
              </a:ext>
            </a:extLst>
          </p:cNvPr>
          <p:cNvSpPr>
            <a:spLocks noGrp="1"/>
          </p:cNvSpPr>
          <p:nvPr/>
        </p:nvSpPr>
        <p:spPr>
          <a:xfrm>
            <a:off x="2787777" y="4091763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BF8B45"/>
                </a:solidFill>
              </a:defRPr>
            </a:defPPr>
            <a:lvl1pPr algn="l">
              <a:defRPr sz="2850" b="1" i="0">
                <a:solidFill>
                  <a:srgbClr val="BF8B45"/>
                </a:solidFill>
              </a:defRPr>
            </a:lvl1pPr>
            <a:lvl2pPr algn="l">
              <a:defRPr sz="2850" b="1" i="0">
                <a:solidFill>
                  <a:srgbClr val="BF8B45"/>
                </a:solidFill>
              </a:defRPr>
            </a:lvl2pPr>
            <a:lvl3pPr algn="l">
              <a:defRPr sz="2850" b="1" i="0">
                <a:solidFill>
                  <a:srgbClr val="BF8B45"/>
                </a:solidFill>
              </a:defRPr>
            </a:lvl3pPr>
            <a:lvl4pPr algn="l">
              <a:defRPr sz="2850" b="1" i="0">
                <a:solidFill>
                  <a:srgbClr val="BF8B45"/>
                </a:solidFill>
              </a:defRPr>
            </a:lvl4pPr>
            <a:lvl5pPr algn="l">
              <a:defRPr sz="2850" b="1" i="0">
                <a:solidFill>
                  <a:srgbClr val="BF8B45"/>
                </a:solidFill>
              </a:defRPr>
            </a:lvl5pPr>
            <a:lvl6pPr algn="l">
              <a:defRPr sz="2850" b="1" i="0">
                <a:solidFill>
                  <a:srgbClr val="BF8B45"/>
                </a:solidFill>
              </a:defRPr>
            </a:lvl6pPr>
            <a:lvl7pPr algn="l">
              <a:defRPr sz="2850" b="1" i="0">
                <a:solidFill>
                  <a:srgbClr val="BF8B45"/>
                </a:solidFill>
              </a:defRPr>
            </a:lvl7pPr>
            <a:lvl8pPr algn="l">
              <a:defRPr sz="2850" b="1" i="0">
                <a:solidFill>
                  <a:srgbClr val="BF8B45"/>
                </a:solidFill>
              </a:defRPr>
            </a:lvl8pPr>
            <a:lvl9pPr algn="l">
              <a:defRPr sz="2850" b="1" i="0">
                <a:solidFill>
                  <a:srgbClr val="BF8B45"/>
                </a:solidFill>
              </a:defRPr>
            </a:lvl9pPr>
          </a:lstStyle>
          <a:p>
            <a:pPr algn="ctr">
              <a:defRPr sz="2850" b="1" i="0">
                <a:solidFill>
                  <a:srgbClr val="BF8B45"/>
                </a:solidFill>
              </a:defRPr>
            </a:pPr>
            <a:r>
              <a:rPr sz="2850" b="1" i="0">
                <a:solidFill>
                  <a:schemeClr val="tx1">
                    <a:lumMod val="85000"/>
                    <a:lumOff val="15000"/>
                  </a:schemeClr>
                </a:solidFill>
              </a:rPr>
              <a:t>5,66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D4178B8-6FBA-B1F2-FF04-D43F604691F8}"/>
              </a:ext>
            </a:extLst>
          </p:cNvPr>
          <p:cNvSpPr>
            <a:spLocks noGrp="1"/>
          </p:cNvSpPr>
          <p:nvPr/>
        </p:nvSpPr>
        <p:spPr>
          <a:xfrm>
            <a:off x="2787777" y="4644213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ctr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chemeClr val="tx1">
                    <a:lumMod val="85000"/>
                    <a:lumOff val="15000"/>
                  </a:schemeClr>
                </a:solidFill>
              </a:rPr>
              <a:t>nota média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B5FFE32-39F4-461B-9E77-E1E11B10050D}"/>
              </a:ext>
            </a:extLst>
          </p:cNvPr>
          <p:cNvSpPr>
            <a:spLocks noGrp="1"/>
          </p:cNvSpPr>
          <p:nvPr/>
        </p:nvSpPr>
        <p:spPr>
          <a:xfrm>
            <a:off x="5048250" y="1952625"/>
            <a:ext cx="9525" cy="3714750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5DB3190-E360-E9DA-E61A-578D056D8143}"/>
              </a:ext>
            </a:extLst>
          </p:cNvPr>
          <p:cNvSpPr>
            <a:spLocks noGrp="1"/>
          </p:cNvSpPr>
          <p:nvPr/>
        </p:nvSpPr>
        <p:spPr>
          <a:xfrm>
            <a:off x="5715000" y="20193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 i="0">
                <a:solidFill>
                  <a:srgbClr val="6E1E31"/>
                </a:solidFill>
              </a:defRPr>
            </a:defPPr>
            <a:lvl1pPr algn="l">
              <a:defRPr sz="1350" b="1" i="0">
                <a:solidFill>
                  <a:srgbClr val="6E1E31"/>
                </a:solidFill>
              </a:defRPr>
            </a:lvl1pPr>
            <a:lvl2pPr algn="l">
              <a:defRPr sz="1350" b="1" i="0">
                <a:solidFill>
                  <a:srgbClr val="6E1E31"/>
                </a:solidFill>
              </a:defRPr>
            </a:lvl2pPr>
            <a:lvl3pPr algn="l">
              <a:defRPr sz="1350" b="1" i="0">
                <a:solidFill>
                  <a:srgbClr val="6E1E31"/>
                </a:solidFill>
              </a:defRPr>
            </a:lvl3pPr>
            <a:lvl4pPr algn="l">
              <a:defRPr sz="1350" b="1" i="0">
                <a:solidFill>
                  <a:srgbClr val="6E1E31"/>
                </a:solidFill>
              </a:defRPr>
            </a:lvl4pPr>
            <a:lvl5pPr algn="l">
              <a:defRPr sz="1350" b="1" i="0">
                <a:solidFill>
                  <a:srgbClr val="6E1E31"/>
                </a:solidFill>
              </a:defRPr>
            </a:lvl5pPr>
            <a:lvl6pPr algn="l">
              <a:defRPr sz="1350" b="1" i="0">
                <a:solidFill>
                  <a:srgbClr val="6E1E31"/>
                </a:solidFill>
              </a:defRPr>
            </a:lvl6pPr>
            <a:lvl7pPr algn="l">
              <a:defRPr sz="1350" b="1" i="0">
                <a:solidFill>
                  <a:srgbClr val="6E1E31"/>
                </a:solidFill>
              </a:defRPr>
            </a:lvl7pPr>
            <a:lvl8pPr algn="l">
              <a:defRPr sz="1350" b="1" i="0">
                <a:solidFill>
                  <a:srgbClr val="6E1E31"/>
                </a:solidFill>
              </a:defRPr>
            </a:lvl8pPr>
            <a:lvl9pPr algn="l">
              <a:defRPr sz="1350" b="1" i="0">
                <a:solidFill>
                  <a:srgbClr val="6E1E31"/>
                </a:solidFill>
              </a:defRPr>
            </a:lvl9pPr>
          </a:lstStyle>
          <a:p>
            <a:pPr algn="l">
              <a:defRPr sz="1350" b="1" i="0">
                <a:solidFill>
                  <a:srgbClr val="6E1E31"/>
                </a:solidFill>
              </a:defRPr>
            </a:pPr>
            <a:r>
              <a:rPr sz="1350" b="1" i="0">
                <a:solidFill>
                  <a:srgbClr val="6E1E31"/>
                </a:solidFill>
              </a:rPr>
              <a:t>Desbalanceamento após binarização</a:t>
            </a:r>
          </a:p>
        </p:txBody>
      </p:sp>
      <p:graphicFrame>
        <p:nvGraphicFramePr>
          <p:cNvPr id="35" name="Chart">
            <a:extLst>
              <a:ext uri="{FF2B5EF4-FFF2-40B4-BE49-F238E27FC236}">
                <a16:creationId xmlns:a16="http://schemas.microsoft.com/office/drawing/2014/main" id="{505E27C7-BC9B-9523-7766-3FA0511E51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8194000"/>
              </p:ext>
            </p:extLst>
          </p:nvPr>
        </p:nvGraphicFramePr>
        <p:xfrm>
          <a:off x="5343526" y="1952625"/>
          <a:ext cx="3964686" cy="380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Retângulo 36">
            <a:extLst>
              <a:ext uri="{FF2B5EF4-FFF2-40B4-BE49-F238E27FC236}">
                <a16:creationId xmlns:a16="http://schemas.microsoft.com/office/drawing/2014/main" id="{21D0A34E-B13A-2D28-AB49-AE7AA7A4F091}"/>
              </a:ext>
            </a:extLst>
          </p:cNvPr>
          <p:cNvSpPr>
            <a:spLocks noGrp="1"/>
          </p:cNvSpPr>
          <p:nvPr/>
        </p:nvSpPr>
        <p:spPr>
          <a:xfrm>
            <a:off x="9413748" y="280035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A79F9E"/>
                </a:solidFill>
              </a:defRPr>
            </a:defPPr>
            <a:lvl1pPr algn="l">
              <a:defRPr sz="2850" b="1" i="0">
                <a:solidFill>
                  <a:srgbClr val="A79F9E"/>
                </a:solidFill>
              </a:defRPr>
            </a:lvl1pPr>
            <a:lvl2pPr algn="l">
              <a:defRPr sz="2850" b="1" i="0">
                <a:solidFill>
                  <a:srgbClr val="A79F9E"/>
                </a:solidFill>
              </a:defRPr>
            </a:lvl2pPr>
            <a:lvl3pPr algn="l">
              <a:defRPr sz="2850" b="1" i="0">
                <a:solidFill>
                  <a:srgbClr val="A79F9E"/>
                </a:solidFill>
              </a:defRPr>
            </a:lvl3pPr>
            <a:lvl4pPr algn="l">
              <a:defRPr sz="2850" b="1" i="0">
                <a:solidFill>
                  <a:srgbClr val="A79F9E"/>
                </a:solidFill>
              </a:defRPr>
            </a:lvl4pPr>
            <a:lvl5pPr algn="l">
              <a:defRPr sz="2850" b="1" i="0">
                <a:solidFill>
                  <a:srgbClr val="A79F9E"/>
                </a:solidFill>
              </a:defRPr>
            </a:lvl5pPr>
            <a:lvl6pPr algn="l">
              <a:defRPr sz="2850" b="1" i="0">
                <a:solidFill>
                  <a:srgbClr val="A79F9E"/>
                </a:solidFill>
              </a:defRPr>
            </a:lvl6pPr>
            <a:lvl7pPr algn="l">
              <a:defRPr sz="2850" b="1" i="0">
                <a:solidFill>
                  <a:srgbClr val="A79F9E"/>
                </a:solidFill>
              </a:defRPr>
            </a:lvl7pPr>
            <a:lvl8pPr algn="l">
              <a:defRPr sz="2850" b="1" i="0">
                <a:solidFill>
                  <a:srgbClr val="A79F9E"/>
                </a:solidFill>
              </a:defRPr>
            </a:lvl8pPr>
            <a:lvl9pPr algn="l">
              <a:defRPr sz="2850" b="1" i="0">
                <a:solidFill>
                  <a:srgbClr val="A79F9E"/>
                </a:solidFill>
              </a:defRPr>
            </a:lvl9pPr>
          </a:lstStyle>
          <a:p>
            <a:pPr algn="l">
              <a:defRPr sz="2850" b="1" i="0">
                <a:solidFill>
                  <a:srgbClr val="A79F9E"/>
                </a:solidFill>
              </a:defRPr>
            </a:pPr>
            <a:r>
              <a:rPr sz="2850" b="1" i="0">
                <a:solidFill>
                  <a:srgbClr val="A79F9E"/>
                </a:solidFill>
              </a:rPr>
              <a:t>86,1%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AEAA43F-C811-B456-957F-611D3C72694B}"/>
              </a:ext>
            </a:extLst>
          </p:cNvPr>
          <p:cNvSpPr>
            <a:spLocks noGrp="1"/>
          </p:cNvSpPr>
          <p:nvPr/>
        </p:nvSpPr>
        <p:spPr>
          <a:xfrm>
            <a:off x="9413748" y="3352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baixa/média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AE301EC-AD0A-2E34-AA9A-105B4B81135C}"/>
              </a:ext>
            </a:extLst>
          </p:cNvPr>
          <p:cNvSpPr>
            <a:spLocks noGrp="1"/>
          </p:cNvSpPr>
          <p:nvPr/>
        </p:nvSpPr>
        <p:spPr>
          <a:xfrm>
            <a:off x="9413748" y="40386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6E1E31"/>
                </a:solidFill>
              </a:defRPr>
            </a:defPPr>
            <a:lvl1pPr algn="l">
              <a:defRPr sz="2850" b="1" i="0">
                <a:solidFill>
                  <a:srgbClr val="6E1E31"/>
                </a:solidFill>
              </a:defRPr>
            </a:lvl1pPr>
            <a:lvl2pPr algn="l">
              <a:defRPr sz="2850" b="1" i="0">
                <a:solidFill>
                  <a:srgbClr val="6E1E31"/>
                </a:solidFill>
              </a:defRPr>
            </a:lvl2pPr>
            <a:lvl3pPr algn="l">
              <a:defRPr sz="2850" b="1" i="0">
                <a:solidFill>
                  <a:srgbClr val="6E1E31"/>
                </a:solidFill>
              </a:defRPr>
            </a:lvl3pPr>
            <a:lvl4pPr algn="l">
              <a:defRPr sz="2850" b="1" i="0">
                <a:solidFill>
                  <a:srgbClr val="6E1E31"/>
                </a:solidFill>
              </a:defRPr>
            </a:lvl4pPr>
            <a:lvl5pPr algn="l">
              <a:defRPr sz="2850" b="1" i="0">
                <a:solidFill>
                  <a:srgbClr val="6E1E31"/>
                </a:solidFill>
              </a:defRPr>
            </a:lvl5pPr>
            <a:lvl6pPr algn="l">
              <a:defRPr sz="2850" b="1" i="0">
                <a:solidFill>
                  <a:srgbClr val="6E1E31"/>
                </a:solidFill>
              </a:defRPr>
            </a:lvl6pPr>
            <a:lvl7pPr algn="l">
              <a:defRPr sz="2850" b="1" i="0">
                <a:solidFill>
                  <a:srgbClr val="6E1E31"/>
                </a:solidFill>
              </a:defRPr>
            </a:lvl7pPr>
            <a:lvl8pPr algn="l">
              <a:defRPr sz="2850" b="1" i="0">
                <a:solidFill>
                  <a:srgbClr val="6E1E31"/>
                </a:solidFill>
              </a:defRPr>
            </a:lvl8pPr>
            <a:lvl9pPr algn="l">
              <a:defRPr sz="2850" b="1" i="0">
                <a:solidFill>
                  <a:srgbClr val="6E1E31"/>
                </a:solidFill>
              </a:defRPr>
            </a:lvl9pPr>
          </a:lstStyle>
          <a:p>
            <a:pPr algn="l">
              <a:defRPr sz="2850" b="1" i="0">
                <a:solidFill>
                  <a:srgbClr val="6E1E31"/>
                </a:solidFill>
              </a:defRPr>
            </a:pPr>
            <a:r>
              <a:rPr sz="2850" b="1" i="0">
                <a:solidFill>
                  <a:srgbClr val="6E1E31"/>
                </a:solidFill>
              </a:rPr>
              <a:t>13,9%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541C3CC-9FB9-8E79-6C98-CF62139E0ED0}"/>
              </a:ext>
            </a:extLst>
          </p:cNvPr>
          <p:cNvSpPr>
            <a:spLocks noGrp="1"/>
          </p:cNvSpPr>
          <p:nvPr/>
        </p:nvSpPr>
        <p:spPr>
          <a:xfrm>
            <a:off x="9413748" y="45910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alta qualidade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86C3E9EF-2B7D-95E0-4926-559E9926BB4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40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E7E042F-99F6-996B-03DB-08811E21B0F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26672F2-B4C4-6010-87B4-FE6BF60E551C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EDA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52B7A-4BAF-09FC-C630-CF0483D292E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2274D77-18A5-58E7-96B0-32A6780382CB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SINAIS EXPLORATÓRIOS PARA A QUALIDADE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60B960B-D263-F26A-150F-E4484BBBC299}"/>
              </a:ext>
            </a:extLst>
          </p:cNvPr>
          <p:cNvSpPr>
            <a:spLocks noGrp="1"/>
          </p:cNvSpPr>
          <p:nvPr/>
        </p:nvSpPr>
        <p:spPr>
          <a:xfrm>
            <a:off x="993648" y="1681163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1" i="0">
                <a:solidFill>
                  <a:srgbClr val="6E1E31"/>
                </a:solidFill>
              </a:defRPr>
            </a:defPPr>
            <a:lvl1pPr algn="l">
              <a:defRPr sz="1275" b="1" i="0">
                <a:solidFill>
                  <a:srgbClr val="6E1E31"/>
                </a:solidFill>
              </a:defRPr>
            </a:lvl1pPr>
            <a:lvl2pPr algn="l">
              <a:defRPr sz="1275" b="1" i="0">
                <a:solidFill>
                  <a:srgbClr val="6E1E31"/>
                </a:solidFill>
              </a:defRPr>
            </a:lvl2pPr>
            <a:lvl3pPr algn="l">
              <a:defRPr sz="1275" b="1" i="0">
                <a:solidFill>
                  <a:srgbClr val="6E1E31"/>
                </a:solidFill>
              </a:defRPr>
            </a:lvl3pPr>
            <a:lvl4pPr algn="l">
              <a:defRPr sz="1275" b="1" i="0">
                <a:solidFill>
                  <a:srgbClr val="6E1E31"/>
                </a:solidFill>
              </a:defRPr>
            </a:lvl4pPr>
            <a:lvl5pPr algn="l">
              <a:defRPr sz="1275" b="1" i="0">
                <a:solidFill>
                  <a:srgbClr val="6E1E31"/>
                </a:solidFill>
              </a:defRPr>
            </a:lvl5pPr>
            <a:lvl6pPr algn="l">
              <a:defRPr sz="1275" b="1" i="0">
                <a:solidFill>
                  <a:srgbClr val="6E1E31"/>
                </a:solidFill>
              </a:defRPr>
            </a:lvl6pPr>
            <a:lvl7pPr algn="l">
              <a:defRPr sz="1275" b="1" i="0">
                <a:solidFill>
                  <a:srgbClr val="6E1E31"/>
                </a:solidFill>
              </a:defRPr>
            </a:lvl7pPr>
            <a:lvl8pPr algn="l">
              <a:defRPr sz="1275" b="1" i="0">
                <a:solidFill>
                  <a:srgbClr val="6E1E31"/>
                </a:solidFill>
              </a:defRPr>
            </a:lvl8pPr>
            <a:lvl9pPr algn="l">
              <a:defRPr sz="1275" b="1" i="0">
                <a:solidFill>
                  <a:srgbClr val="6E1E31"/>
                </a:solidFill>
              </a:defRPr>
            </a:lvl9pPr>
          </a:lstStyle>
          <a:p>
            <a:pPr algn="l">
              <a:defRPr sz="1275" b="1" i="0">
                <a:solidFill>
                  <a:srgbClr val="6E1E31"/>
                </a:solidFill>
              </a:defRPr>
            </a:pPr>
            <a:r>
              <a:rPr sz="1275" b="1" i="0" dirty="0" err="1">
                <a:solidFill>
                  <a:srgbClr val="6E1E31"/>
                </a:solidFill>
              </a:rPr>
              <a:t>Associação</a:t>
            </a:r>
            <a:r>
              <a:rPr sz="1275" b="1" i="0" dirty="0">
                <a:solidFill>
                  <a:srgbClr val="6E1E31"/>
                </a:solidFill>
              </a:rPr>
              <a:t> com a </a:t>
            </a:r>
            <a:r>
              <a:rPr sz="1275" b="1" i="0" dirty="0" err="1">
                <a:solidFill>
                  <a:srgbClr val="6E1E31"/>
                </a:solidFill>
              </a:rPr>
              <a:t>qualidade</a:t>
            </a:r>
            <a:endParaRPr sz="1275" b="1" i="0" dirty="0">
              <a:solidFill>
                <a:srgbClr val="6E1E31"/>
              </a:solidFill>
            </a:endParaRPr>
          </a:p>
        </p:txBody>
      </p:sp>
      <p:graphicFrame>
        <p:nvGraphicFramePr>
          <p:cNvPr id="19" name="Chart">
            <a:extLst>
              <a:ext uri="{FF2B5EF4-FFF2-40B4-BE49-F238E27FC236}">
                <a16:creationId xmlns:a16="http://schemas.microsoft.com/office/drawing/2014/main" id="{ED6DA1DB-9719-90C9-C95E-831058A5B8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0123152"/>
              </p:ext>
            </p:extLst>
          </p:nvPr>
        </p:nvGraphicFramePr>
        <p:xfrm>
          <a:off x="993648" y="2114551"/>
          <a:ext cx="4648200" cy="4031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Retângulo 20">
            <a:extLst>
              <a:ext uri="{FF2B5EF4-FFF2-40B4-BE49-F238E27FC236}">
                <a16:creationId xmlns:a16="http://schemas.microsoft.com/office/drawing/2014/main" id="{CF8AF306-472E-B087-7CDE-E40EFBF4896D}"/>
              </a:ext>
            </a:extLst>
          </p:cNvPr>
          <p:cNvSpPr>
            <a:spLocks noGrp="1"/>
          </p:cNvSpPr>
          <p:nvPr/>
        </p:nvSpPr>
        <p:spPr>
          <a:xfrm>
            <a:off x="6194298" y="2162175"/>
            <a:ext cx="9525" cy="3333750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BFA0077-A111-1A3D-75A5-6B74E48BF7F9}"/>
              </a:ext>
            </a:extLst>
          </p:cNvPr>
          <p:cNvSpPr>
            <a:spLocks noGrp="1"/>
          </p:cNvSpPr>
          <p:nvPr/>
        </p:nvSpPr>
        <p:spPr>
          <a:xfrm>
            <a:off x="6841998" y="1652588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800" b="1" i="0">
                <a:solidFill>
                  <a:srgbClr val="6E1E31"/>
                </a:solidFill>
              </a:defRPr>
            </a:defPPr>
            <a:lvl1pPr algn="l">
              <a:defRPr sz="1800" b="1" i="0">
                <a:solidFill>
                  <a:srgbClr val="6E1E31"/>
                </a:solidFill>
              </a:defRPr>
            </a:lvl1pPr>
            <a:lvl2pPr algn="l">
              <a:defRPr sz="1800" b="1" i="0">
                <a:solidFill>
                  <a:srgbClr val="6E1E31"/>
                </a:solidFill>
              </a:defRPr>
            </a:lvl2pPr>
            <a:lvl3pPr algn="l">
              <a:defRPr sz="1800" b="1" i="0">
                <a:solidFill>
                  <a:srgbClr val="6E1E31"/>
                </a:solidFill>
              </a:defRPr>
            </a:lvl3pPr>
            <a:lvl4pPr algn="l">
              <a:defRPr sz="1800" b="1" i="0">
                <a:solidFill>
                  <a:srgbClr val="6E1E31"/>
                </a:solidFill>
              </a:defRPr>
            </a:lvl4pPr>
            <a:lvl5pPr algn="l">
              <a:defRPr sz="1800" b="1" i="0">
                <a:solidFill>
                  <a:srgbClr val="6E1E31"/>
                </a:solidFill>
              </a:defRPr>
            </a:lvl5pPr>
            <a:lvl6pPr algn="l">
              <a:defRPr sz="1800" b="1" i="0">
                <a:solidFill>
                  <a:srgbClr val="6E1E31"/>
                </a:solidFill>
              </a:defRPr>
            </a:lvl6pPr>
            <a:lvl7pPr algn="l">
              <a:defRPr sz="1800" b="1" i="0">
                <a:solidFill>
                  <a:srgbClr val="6E1E31"/>
                </a:solidFill>
              </a:defRPr>
            </a:lvl7pPr>
            <a:lvl8pPr algn="l">
              <a:defRPr sz="1800" b="1" i="0">
                <a:solidFill>
                  <a:srgbClr val="6E1E31"/>
                </a:solidFill>
              </a:defRPr>
            </a:lvl8pPr>
            <a:lvl9pPr algn="l">
              <a:defRPr sz="1800" b="1" i="0">
                <a:solidFill>
                  <a:srgbClr val="6E1E31"/>
                </a:solidFill>
              </a:defRPr>
            </a:lvl9pPr>
          </a:lstStyle>
          <a:p>
            <a:pPr algn="l">
              <a:defRPr sz="1800" b="1" i="0">
                <a:solidFill>
                  <a:srgbClr val="6E1E31"/>
                </a:solidFill>
              </a:defRPr>
            </a:pPr>
            <a:r>
              <a:rPr sz="1800" b="1" i="0">
                <a:solidFill>
                  <a:srgbClr val="6E1E31"/>
                </a:solidFill>
              </a:rPr>
              <a:t>Álcool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1CD1F30-F62E-347A-B252-3104E1885DE3}"/>
              </a:ext>
            </a:extLst>
          </p:cNvPr>
          <p:cNvSpPr>
            <a:spLocks noGrp="1"/>
          </p:cNvSpPr>
          <p:nvPr/>
        </p:nvSpPr>
        <p:spPr>
          <a:xfrm>
            <a:off x="6841998" y="1966913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 i="0">
                <a:solidFill>
                  <a:srgbClr val="21191A"/>
                </a:solidFill>
              </a:defRPr>
            </a:defPPr>
            <a:lvl1pPr algn="l">
              <a:defRPr sz="1350" b="0" i="0">
                <a:solidFill>
                  <a:srgbClr val="21191A"/>
                </a:solidFill>
              </a:defRPr>
            </a:lvl1pPr>
            <a:lvl2pPr algn="l">
              <a:defRPr sz="1350" b="0" i="0">
                <a:solidFill>
                  <a:srgbClr val="21191A"/>
                </a:solidFill>
              </a:defRPr>
            </a:lvl2pPr>
            <a:lvl3pPr algn="l">
              <a:defRPr sz="1350" b="0" i="0">
                <a:solidFill>
                  <a:srgbClr val="21191A"/>
                </a:solidFill>
              </a:defRPr>
            </a:lvl3pPr>
            <a:lvl4pPr algn="l">
              <a:defRPr sz="1350" b="0" i="0">
                <a:solidFill>
                  <a:srgbClr val="21191A"/>
                </a:solidFill>
              </a:defRPr>
            </a:lvl4pPr>
            <a:lvl5pPr algn="l">
              <a:defRPr sz="1350" b="0" i="0">
                <a:solidFill>
                  <a:srgbClr val="21191A"/>
                </a:solidFill>
              </a:defRPr>
            </a:lvl5pPr>
            <a:lvl6pPr algn="l">
              <a:defRPr sz="1350" b="0" i="0">
                <a:solidFill>
                  <a:srgbClr val="21191A"/>
                </a:solidFill>
              </a:defRPr>
            </a:lvl6pPr>
            <a:lvl7pPr algn="l">
              <a:defRPr sz="1350" b="0" i="0">
                <a:solidFill>
                  <a:srgbClr val="21191A"/>
                </a:solidFill>
              </a:defRPr>
            </a:lvl7pPr>
            <a:lvl8pPr algn="l">
              <a:defRPr sz="1350" b="0" i="0">
                <a:solidFill>
                  <a:srgbClr val="21191A"/>
                </a:solidFill>
              </a:defRPr>
            </a:lvl8pPr>
            <a:lvl9pPr algn="l">
              <a:defRPr sz="1350" b="0" i="0">
                <a:solidFill>
                  <a:srgbClr val="21191A"/>
                </a:solidFill>
              </a:defRPr>
            </a:lvl9pPr>
          </a:lstStyle>
          <a:p>
            <a:pPr algn="l">
              <a:defRPr sz="1350" b="0" i="0">
                <a:solidFill>
                  <a:srgbClr val="21191A"/>
                </a:solidFill>
              </a:defRPr>
            </a:pPr>
            <a:r>
              <a:rPr sz="1350" b="0" i="0">
                <a:solidFill>
                  <a:srgbClr val="21191A"/>
                </a:solidFill>
              </a:rPr>
              <a:t>Notas 7 e 8 se concentram em faixas mais altas de teor alcoólico.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AB73070-31EB-B8B6-BFF1-832BDADE8B7C}"/>
              </a:ext>
            </a:extLst>
          </p:cNvPr>
          <p:cNvSpPr>
            <a:spLocks noGrp="1"/>
          </p:cNvSpPr>
          <p:nvPr/>
        </p:nvSpPr>
        <p:spPr>
          <a:xfrm>
            <a:off x="6841998" y="2776538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800" b="1" i="0">
                <a:solidFill>
                  <a:srgbClr val="BF8B45"/>
                </a:solidFill>
              </a:defRPr>
            </a:defPPr>
            <a:lvl1pPr algn="l">
              <a:defRPr sz="1800" b="1" i="0">
                <a:solidFill>
                  <a:srgbClr val="BF8B45"/>
                </a:solidFill>
              </a:defRPr>
            </a:lvl1pPr>
            <a:lvl2pPr algn="l">
              <a:defRPr sz="1800" b="1" i="0">
                <a:solidFill>
                  <a:srgbClr val="BF8B45"/>
                </a:solidFill>
              </a:defRPr>
            </a:lvl2pPr>
            <a:lvl3pPr algn="l">
              <a:defRPr sz="1800" b="1" i="0">
                <a:solidFill>
                  <a:srgbClr val="BF8B45"/>
                </a:solidFill>
              </a:defRPr>
            </a:lvl3pPr>
            <a:lvl4pPr algn="l">
              <a:defRPr sz="1800" b="1" i="0">
                <a:solidFill>
                  <a:srgbClr val="BF8B45"/>
                </a:solidFill>
              </a:defRPr>
            </a:lvl4pPr>
            <a:lvl5pPr algn="l">
              <a:defRPr sz="1800" b="1" i="0">
                <a:solidFill>
                  <a:srgbClr val="BF8B45"/>
                </a:solidFill>
              </a:defRPr>
            </a:lvl5pPr>
            <a:lvl6pPr algn="l">
              <a:defRPr sz="1800" b="1" i="0">
                <a:solidFill>
                  <a:srgbClr val="BF8B45"/>
                </a:solidFill>
              </a:defRPr>
            </a:lvl6pPr>
            <a:lvl7pPr algn="l">
              <a:defRPr sz="1800" b="1" i="0">
                <a:solidFill>
                  <a:srgbClr val="BF8B45"/>
                </a:solidFill>
              </a:defRPr>
            </a:lvl7pPr>
            <a:lvl8pPr algn="l">
              <a:defRPr sz="1800" b="1" i="0">
                <a:solidFill>
                  <a:srgbClr val="BF8B45"/>
                </a:solidFill>
              </a:defRPr>
            </a:lvl8pPr>
            <a:lvl9pPr algn="l">
              <a:defRPr sz="1800" b="1" i="0">
                <a:solidFill>
                  <a:srgbClr val="BF8B45"/>
                </a:solidFill>
              </a:defRPr>
            </a:lvl9pPr>
          </a:lstStyle>
          <a:p>
            <a:pPr algn="l">
              <a:defRPr sz="1800" b="1" i="0">
                <a:solidFill>
                  <a:srgbClr val="BF8B45"/>
                </a:solidFill>
              </a:defRPr>
            </a:pPr>
            <a:r>
              <a:rPr sz="1800" b="1" i="0">
                <a:solidFill>
                  <a:srgbClr val="BF8B45"/>
                </a:solidFill>
              </a:rPr>
              <a:t>Acidez volátil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B4344AF-342A-2865-EC0C-760E1524F6EF}"/>
              </a:ext>
            </a:extLst>
          </p:cNvPr>
          <p:cNvSpPr>
            <a:spLocks noGrp="1"/>
          </p:cNvSpPr>
          <p:nvPr/>
        </p:nvSpPr>
        <p:spPr>
          <a:xfrm>
            <a:off x="6841998" y="3090863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 i="0">
                <a:solidFill>
                  <a:srgbClr val="21191A"/>
                </a:solidFill>
              </a:defRPr>
            </a:defPPr>
            <a:lvl1pPr algn="l">
              <a:defRPr sz="1350" b="0" i="0">
                <a:solidFill>
                  <a:srgbClr val="21191A"/>
                </a:solidFill>
              </a:defRPr>
            </a:lvl1pPr>
            <a:lvl2pPr algn="l">
              <a:defRPr sz="1350" b="0" i="0">
                <a:solidFill>
                  <a:srgbClr val="21191A"/>
                </a:solidFill>
              </a:defRPr>
            </a:lvl2pPr>
            <a:lvl3pPr algn="l">
              <a:defRPr sz="1350" b="0" i="0">
                <a:solidFill>
                  <a:srgbClr val="21191A"/>
                </a:solidFill>
              </a:defRPr>
            </a:lvl3pPr>
            <a:lvl4pPr algn="l">
              <a:defRPr sz="1350" b="0" i="0">
                <a:solidFill>
                  <a:srgbClr val="21191A"/>
                </a:solidFill>
              </a:defRPr>
            </a:lvl4pPr>
            <a:lvl5pPr algn="l">
              <a:defRPr sz="1350" b="0" i="0">
                <a:solidFill>
                  <a:srgbClr val="21191A"/>
                </a:solidFill>
              </a:defRPr>
            </a:lvl5pPr>
            <a:lvl6pPr algn="l">
              <a:defRPr sz="1350" b="0" i="0">
                <a:solidFill>
                  <a:srgbClr val="21191A"/>
                </a:solidFill>
              </a:defRPr>
            </a:lvl6pPr>
            <a:lvl7pPr algn="l">
              <a:defRPr sz="1350" b="0" i="0">
                <a:solidFill>
                  <a:srgbClr val="21191A"/>
                </a:solidFill>
              </a:defRPr>
            </a:lvl7pPr>
            <a:lvl8pPr algn="l">
              <a:defRPr sz="1350" b="0" i="0">
                <a:solidFill>
                  <a:srgbClr val="21191A"/>
                </a:solidFill>
              </a:defRPr>
            </a:lvl8pPr>
            <a:lvl9pPr algn="l">
              <a:defRPr sz="1350" b="0" i="0">
                <a:solidFill>
                  <a:srgbClr val="21191A"/>
                </a:solidFill>
              </a:defRPr>
            </a:lvl9pPr>
          </a:lstStyle>
          <a:p>
            <a:pPr algn="l">
              <a:defRPr sz="1350" b="0" i="0">
                <a:solidFill>
                  <a:srgbClr val="21191A"/>
                </a:solidFill>
              </a:defRPr>
            </a:pPr>
            <a:r>
              <a:rPr sz="1350" b="0" i="0">
                <a:solidFill>
                  <a:srgbClr val="21191A"/>
                </a:solidFill>
              </a:rPr>
              <a:t>Menores valores aparecem associados a melhores avaliações médias.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464257E-FC74-2BD6-9278-A4B7C37AA0D7}"/>
              </a:ext>
            </a:extLst>
          </p:cNvPr>
          <p:cNvSpPr>
            <a:spLocks noGrp="1"/>
          </p:cNvSpPr>
          <p:nvPr/>
        </p:nvSpPr>
        <p:spPr>
          <a:xfrm>
            <a:off x="6841998" y="3719845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Cloretos, açúcar residual e SO₂ total exibem extremos, mas foram mantidos como informação potencialmente útil.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28ADDD30-BEBD-B200-83A8-D5491680A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50" y="4291602"/>
            <a:ext cx="5187583" cy="204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4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C9D0B7C1-3EF9-4363-92FF-5CD4A53562B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80722CB-0C7B-40C7-BFAA-038CFC5913C7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PREPARAÇÃO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1EA0490-7717-492C-B87C-FA193E2FB31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DB1CE98-F2F7-4365-902B-C06127841759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PREPARAÇÃO E VALIDAÇÃO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2D9B4DF-1A1B-4F53-ACA4-569A8780633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O fluxo preserva os atributos físico-químicos e evita que o identificador influencie a previsão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75DE68-3BB4-490E-8406-F04806681559}"/>
              </a:ext>
            </a:extLst>
          </p:cNvPr>
          <p:cNvSpPr>
            <a:spLocks noGrp="1"/>
          </p:cNvSpPr>
          <p:nvPr/>
        </p:nvSpPr>
        <p:spPr>
          <a:xfrm>
            <a:off x="951738" y="2028825"/>
            <a:ext cx="877062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 i="0">
                <a:solidFill>
                  <a:srgbClr val="6E1E31"/>
                </a:solidFill>
              </a:defRPr>
            </a:defPPr>
            <a:lvl1pPr algn="l">
              <a:defRPr sz="1500" b="1" i="0">
                <a:solidFill>
                  <a:srgbClr val="6E1E31"/>
                </a:solidFill>
              </a:defRPr>
            </a:lvl1pPr>
            <a:lvl2pPr algn="l">
              <a:defRPr sz="1500" b="1" i="0">
                <a:solidFill>
                  <a:srgbClr val="6E1E31"/>
                </a:solidFill>
              </a:defRPr>
            </a:lvl2pPr>
            <a:lvl3pPr algn="l">
              <a:defRPr sz="1500" b="1" i="0">
                <a:solidFill>
                  <a:srgbClr val="6E1E31"/>
                </a:solidFill>
              </a:defRPr>
            </a:lvl3pPr>
            <a:lvl4pPr algn="l">
              <a:defRPr sz="1500" b="1" i="0">
                <a:solidFill>
                  <a:srgbClr val="6E1E31"/>
                </a:solidFill>
              </a:defRPr>
            </a:lvl4pPr>
            <a:lvl5pPr algn="l">
              <a:defRPr sz="1500" b="1" i="0">
                <a:solidFill>
                  <a:srgbClr val="6E1E31"/>
                </a:solidFill>
              </a:defRPr>
            </a:lvl5pPr>
            <a:lvl6pPr algn="l">
              <a:defRPr sz="1500" b="1" i="0">
                <a:solidFill>
                  <a:srgbClr val="6E1E31"/>
                </a:solidFill>
              </a:defRPr>
            </a:lvl6pPr>
            <a:lvl7pPr algn="l">
              <a:defRPr sz="1500" b="1" i="0">
                <a:solidFill>
                  <a:srgbClr val="6E1E31"/>
                </a:solidFill>
              </a:defRPr>
            </a:lvl7pPr>
            <a:lvl8pPr algn="l">
              <a:defRPr sz="1500" b="1" i="0">
                <a:solidFill>
                  <a:srgbClr val="6E1E31"/>
                </a:solidFill>
              </a:defRPr>
            </a:lvl8pPr>
            <a:lvl9pPr algn="l">
              <a:defRPr sz="1500" b="1" i="0">
                <a:solidFill>
                  <a:srgbClr val="6E1E31"/>
                </a:solidFill>
              </a:defRPr>
            </a:lvl9pPr>
          </a:lstStyle>
          <a:p>
            <a:pPr algn="r">
              <a:defRPr sz="1500" b="1" i="0">
                <a:solidFill>
                  <a:srgbClr val="6E1E31"/>
                </a:solidFill>
              </a:defRPr>
            </a:pPr>
            <a:r>
              <a:rPr sz="3200" b="1" i="0">
                <a:solidFill>
                  <a:srgbClr val="6E1E31"/>
                </a:solidFill>
              </a:rPr>
              <a:t>01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B51BB41-EF7C-412B-880C-4C0246A6F31D}"/>
              </a:ext>
            </a:extLst>
          </p:cNvPr>
          <p:cNvSpPr>
            <a:spLocks noGrp="1"/>
          </p:cNvSpPr>
          <p:nvPr/>
        </p:nvSpPr>
        <p:spPr>
          <a:xfrm>
            <a:off x="2000250" y="20097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 i="0">
                <a:solidFill>
                  <a:srgbClr val="21191A"/>
                </a:solidFill>
              </a:defRPr>
            </a:defPPr>
            <a:lvl1pPr algn="l">
              <a:defRPr sz="1500" b="1" i="0">
                <a:solidFill>
                  <a:srgbClr val="21191A"/>
                </a:solidFill>
              </a:defRPr>
            </a:lvl1pPr>
            <a:lvl2pPr algn="l">
              <a:defRPr sz="1500" b="1" i="0">
                <a:solidFill>
                  <a:srgbClr val="21191A"/>
                </a:solidFill>
              </a:defRPr>
            </a:lvl2pPr>
            <a:lvl3pPr algn="l">
              <a:defRPr sz="1500" b="1" i="0">
                <a:solidFill>
                  <a:srgbClr val="21191A"/>
                </a:solidFill>
              </a:defRPr>
            </a:lvl3pPr>
            <a:lvl4pPr algn="l">
              <a:defRPr sz="1500" b="1" i="0">
                <a:solidFill>
                  <a:srgbClr val="21191A"/>
                </a:solidFill>
              </a:defRPr>
            </a:lvl4pPr>
            <a:lvl5pPr algn="l">
              <a:defRPr sz="1500" b="1" i="0">
                <a:solidFill>
                  <a:srgbClr val="21191A"/>
                </a:solidFill>
              </a:defRPr>
            </a:lvl5pPr>
            <a:lvl6pPr algn="l">
              <a:defRPr sz="1500" b="1" i="0">
                <a:solidFill>
                  <a:srgbClr val="21191A"/>
                </a:solidFill>
              </a:defRPr>
            </a:lvl6pPr>
            <a:lvl7pPr algn="l">
              <a:defRPr sz="1500" b="1" i="0">
                <a:solidFill>
                  <a:srgbClr val="21191A"/>
                </a:solidFill>
              </a:defRPr>
            </a:lvl7pPr>
            <a:lvl8pPr algn="l">
              <a:defRPr sz="1500" b="1" i="0">
                <a:solidFill>
                  <a:srgbClr val="21191A"/>
                </a:solidFill>
              </a:defRPr>
            </a:lvl8pPr>
            <a:lvl9pPr algn="l">
              <a:defRPr sz="1500" b="1" i="0">
                <a:solidFill>
                  <a:srgbClr val="21191A"/>
                </a:solidFill>
              </a:defRPr>
            </a:lvl9pPr>
          </a:lstStyle>
          <a:p>
            <a:pPr algn="l">
              <a:defRPr sz="1500" b="1" i="0">
                <a:solidFill>
                  <a:srgbClr val="21191A"/>
                </a:solidFill>
              </a:defRPr>
            </a:pPr>
            <a:r>
              <a:rPr sz="1500" b="1" i="0">
                <a:solidFill>
                  <a:srgbClr val="21191A"/>
                </a:solidFill>
              </a:rPr>
              <a:t>Remover Id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ECC8167-8455-4D13-8062-A3BDD669DFDF}"/>
              </a:ext>
            </a:extLst>
          </p:cNvPr>
          <p:cNvSpPr>
            <a:spLocks noGrp="1"/>
          </p:cNvSpPr>
          <p:nvPr/>
        </p:nvSpPr>
        <p:spPr>
          <a:xfrm>
            <a:off x="2000250" y="2333625"/>
            <a:ext cx="7762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Identificador não representa característica do vinho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336F388-F996-4BDF-9E75-FE509ED32542}"/>
              </a:ext>
            </a:extLst>
          </p:cNvPr>
          <p:cNvSpPr>
            <a:spLocks noGrp="1"/>
          </p:cNvSpPr>
          <p:nvPr/>
        </p:nvSpPr>
        <p:spPr>
          <a:xfrm>
            <a:off x="704850" y="2819400"/>
            <a:ext cx="981075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D68397B-1392-4463-A18E-3D2CF50F5C58}"/>
              </a:ext>
            </a:extLst>
          </p:cNvPr>
          <p:cNvSpPr>
            <a:spLocks noGrp="1"/>
          </p:cNvSpPr>
          <p:nvPr/>
        </p:nvSpPr>
        <p:spPr>
          <a:xfrm>
            <a:off x="951738" y="2914650"/>
            <a:ext cx="877062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 i="0">
                <a:solidFill>
                  <a:srgbClr val="6E1E31"/>
                </a:solidFill>
              </a:defRPr>
            </a:defPPr>
            <a:lvl1pPr algn="l">
              <a:defRPr sz="1500" b="1" i="0">
                <a:solidFill>
                  <a:srgbClr val="6E1E31"/>
                </a:solidFill>
              </a:defRPr>
            </a:lvl1pPr>
            <a:lvl2pPr algn="l">
              <a:defRPr sz="1500" b="1" i="0">
                <a:solidFill>
                  <a:srgbClr val="6E1E31"/>
                </a:solidFill>
              </a:defRPr>
            </a:lvl2pPr>
            <a:lvl3pPr algn="l">
              <a:defRPr sz="1500" b="1" i="0">
                <a:solidFill>
                  <a:srgbClr val="6E1E31"/>
                </a:solidFill>
              </a:defRPr>
            </a:lvl3pPr>
            <a:lvl4pPr algn="l">
              <a:defRPr sz="1500" b="1" i="0">
                <a:solidFill>
                  <a:srgbClr val="6E1E31"/>
                </a:solidFill>
              </a:defRPr>
            </a:lvl4pPr>
            <a:lvl5pPr algn="l">
              <a:defRPr sz="1500" b="1" i="0">
                <a:solidFill>
                  <a:srgbClr val="6E1E31"/>
                </a:solidFill>
              </a:defRPr>
            </a:lvl5pPr>
            <a:lvl6pPr algn="l">
              <a:defRPr sz="1500" b="1" i="0">
                <a:solidFill>
                  <a:srgbClr val="6E1E31"/>
                </a:solidFill>
              </a:defRPr>
            </a:lvl6pPr>
            <a:lvl7pPr algn="l">
              <a:defRPr sz="1500" b="1" i="0">
                <a:solidFill>
                  <a:srgbClr val="6E1E31"/>
                </a:solidFill>
              </a:defRPr>
            </a:lvl7pPr>
            <a:lvl8pPr algn="l">
              <a:defRPr sz="1500" b="1" i="0">
                <a:solidFill>
                  <a:srgbClr val="6E1E31"/>
                </a:solidFill>
              </a:defRPr>
            </a:lvl8pPr>
            <a:lvl9pPr algn="l">
              <a:defRPr sz="1500" b="1" i="0">
                <a:solidFill>
                  <a:srgbClr val="6E1E31"/>
                </a:solidFill>
              </a:defRPr>
            </a:lvl9pPr>
          </a:lstStyle>
          <a:p>
            <a:pPr algn="r">
              <a:defRPr sz="1500" b="1" i="0">
                <a:solidFill>
                  <a:srgbClr val="6E1E31"/>
                </a:solidFill>
              </a:defRPr>
            </a:pPr>
            <a:r>
              <a:rPr sz="3200" b="1" i="0">
                <a:solidFill>
                  <a:srgbClr val="6E1E31"/>
                </a:solidFill>
              </a:rPr>
              <a:t>02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417F7A-E082-4312-A6AE-AF929820CEA7}"/>
              </a:ext>
            </a:extLst>
          </p:cNvPr>
          <p:cNvSpPr>
            <a:spLocks noGrp="1"/>
          </p:cNvSpPr>
          <p:nvPr/>
        </p:nvSpPr>
        <p:spPr>
          <a:xfrm>
            <a:off x="2000250" y="2895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 i="0">
                <a:solidFill>
                  <a:srgbClr val="21191A"/>
                </a:solidFill>
              </a:defRPr>
            </a:defPPr>
            <a:lvl1pPr algn="l">
              <a:defRPr sz="1500" b="1" i="0">
                <a:solidFill>
                  <a:srgbClr val="21191A"/>
                </a:solidFill>
              </a:defRPr>
            </a:lvl1pPr>
            <a:lvl2pPr algn="l">
              <a:defRPr sz="1500" b="1" i="0">
                <a:solidFill>
                  <a:srgbClr val="21191A"/>
                </a:solidFill>
              </a:defRPr>
            </a:lvl2pPr>
            <a:lvl3pPr algn="l">
              <a:defRPr sz="1500" b="1" i="0">
                <a:solidFill>
                  <a:srgbClr val="21191A"/>
                </a:solidFill>
              </a:defRPr>
            </a:lvl3pPr>
            <a:lvl4pPr algn="l">
              <a:defRPr sz="1500" b="1" i="0">
                <a:solidFill>
                  <a:srgbClr val="21191A"/>
                </a:solidFill>
              </a:defRPr>
            </a:lvl4pPr>
            <a:lvl5pPr algn="l">
              <a:defRPr sz="1500" b="1" i="0">
                <a:solidFill>
                  <a:srgbClr val="21191A"/>
                </a:solidFill>
              </a:defRPr>
            </a:lvl5pPr>
            <a:lvl6pPr algn="l">
              <a:defRPr sz="1500" b="1" i="0">
                <a:solidFill>
                  <a:srgbClr val="21191A"/>
                </a:solidFill>
              </a:defRPr>
            </a:lvl6pPr>
            <a:lvl7pPr algn="l">
              <a:defRPr sz="1500" b="1" i="0">
                <a:solidFill>
                  <a:srgbClr val="21191A"/>
                </a:solidFill>
              </a:defRPr>
            </a:lvl7pPr>
            <a:lvl8pPr algn="l">
              <a:defRPr sz="1500" b="1" i="0">
                <a:solidFill>
                  <a:srgbClr val="21191A"/>
                </a:solidFill>
              </a:defRPr>
            </a:lvl8pPr>
            <a:lvl9pPr algn="l">
              <a:defRPr sz="1500" b="1" i="0">
                <a:solidFill>
                  <a:srgbClr val="21191A"/>
                </a:solidFill>
              </a:defRPr>
            </a:lvl9pPr>
          </a:lstStyle>
          <a:p>
            <a:pPr algn="l">
              <a:defRPr sz="1500" b="1" i="0">
                <a:solidFill>
                  <a:srgbClr val="21191A"/>
                </a:solidFill>
              </a:defRPr>
            </a:pPr>
            <a:r>
              <a:rPr sz="1500" b="1" i="0">
                <a:solidFill>
                  <a:srgbClr val="21191A"/>
                </a:solidFill>
              </a:rPr>
              <a:t>Binarizar a qualidade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2B42BFF-1322-453E-B615-D6991ED59782}"/>
              </a:ext>
            </a:extLst>
          </p:cNvPr>
          <p:cNvSpPr>
            <a:spLocks noGrp="1"/>
          </p:cNvSpPr>
          <p:nvPr/>
        </p:nvSpPr>
        <p:spPr>
          <a:xfrm>
            <a:off x="2000250" y="3219450"/>
            <a:ext cx="7762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Alta = nota ≥ 7; baixa/média = nota &lt; 7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E952C6C-BE56-40F8-B905-E7392F4D10A1}"/>
              </a:ext>
            </a:extLst>
          </p:cNvPr>
          <p:cNvSpPr>
            <a:spLocks noGrp="1"/>
          </p:cNvSpPr>
          <p:nvPr/>
        </p:nvSpPr>
        <p:spPr>
          <a:xfrm>
            <a:off x="704850" y="3705225"/>
            <a:ext cx="981075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965EF6E-9D85-4139-8541-0F588C8860E8}"/>
              </a:ext>
            </a:extLst>
          </p:cNvPr>
          <p:cNvSpPr>
            <a:spLocks noGrp="1"/>
          </p:cNvSpPr>
          <p:nvPr/>
        </p:nvSpPr>
        <p:spPr>
          <a:xfrm>
            <a:off x="951738" y="3800475"/>
            <a:ext cx="877062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 i="0">
                <a:solidFill>
                  <a:srgbClr val="6E1E31"/>
                </a:solidFill>
              </a:defRPr>
            </a:defPPr>
            <a:lvl1pPr algn="l">
              <a:defRPr sz="1500" b="1" i="0">
                <a:solidFill>
                  <a:srgbClr val="6E1E31"/>
                </a:solidFill>
              </a:defRPr>
            </a:lvl1pPr>
            <a:lvl2pPr algn="l">
              <a:defRPr sz="1500" b="1" i="0">
                <a:solidFill>
                  <a:srgbClr val="6E1E31"/>
                </a:solidFill>
              </a:defRPr>
            </a:lvl2pPr>
            <a:lvl3pPr algn="l">
              <a:defRPr sz="1500" b="1" i="0">
                <a:solidFill>
                  <a:srgbClr val="6E1E31"/>
                </a:solidFill>
              </a:defRPr>
            </a:lvl3pPr>
            <a:lvl4pPr algn="l">
              <a:defRPr sz="1500" b="1" i="0">
                <a:solidFill>
                  <a:srgbClr val="6E1E31"/>
                </a:solidFill>
              </a:defRPr>
            </a:lvl4pPr>
            <a:lvl5pPr algn="l">
              <a:defRPr sz="1500" b="1" i="0">
                <a:solidFill>
                  <a:srgbClr val="6E1E31"/>
                </a:solidFill>
              </a:defRPr>
            </a:lvl5pPr>
            <a:lvl6pPr algn="l">
              <a:defRPr sz="1500" b="1" i="0">
                <a:solidFill>
                  <a:srgbClr val="6E1E31"/>
                </a:solidFill>
              </a:defRPr>
            </a:lvl6pPr>
            <a:lvl7pPr algn="l">
              <a:defRPr sz="1500" b="1" i="0">
                <a:solidFill>
                  <a:srgbClr val="6E1E31"/>
                </a:solidFill>
              </a:defRPr>
            </a:lvl7pPr>
            <a:lvl8pPr algn="l">
              <a:defRPr sz="1500" b="1" i="0">
                <a:solidFill>
                  <a:srgbClr val="6E1E31"/>
                </a:solidFill>
              </a:defRPr>
            </a:lvl8pPr>
            <a:lvl9pPr algn="l">
              <a:defRPr sz="1500" b="1" i="0">
                <a:solidFill>
                  <a:srgbClr val="6E1E31"/>
                </a:solidFill>
              </a:defRPr>
            </a:lvl9pPr>
          </a:lstStyle>
          <a:p>
            <a:pPr algn="r">
              <a:defRPr sz="1500" b="1" i="0">
                <a:solidFill>
                  <a:srgbClr val="6E1E31"/>
                </a:solidFill>
              </a:defRPr>
            </a:pPr>
            <a:r>
              <a:rPr sz="3200" b="1" i="0">
                <a:solidFill>
                  <a:srgbClr val="6E1E31"/>
                </a:solidFill>
              </a:rPr>
              <a:t>03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6478C60-CFBC-4485-AB17-4F2C7726C4FC}"/>
              </a:ext>
            </a:extLst>
          </p:cNvPr>
          <p:cNvSpPr>
            <a:spLocks noGrp="1"/>
          </p:cNvSpPr>
          <p:nvPr/>
        </p:nvSpPr>
        <p:spPr>
          <a:xfrm>
            <a:off x="2000250" y="37814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 i="0">
                <a:solidFill>
                  <a:srgbClr val="21191A"/>
                </a:solidFill>
              </a:defRPr>
            </a:defPPr>
            <a:lvl1pPr algn="l">
              <a:defRPr sz="1500" b="1" i="0">
                <a:solidFill>
                  <a:srgbClr val="21191A"/>
                </a:solidFill>
              </a:defRPr>
            </a:lvl1pPr>
            <a:lvl2pPr algn="l">
              <a:defRPr sz="1500" b="1" i="0">
                <a:solidFill>
                  <a:srgbClr val="21191A"/>
                </a:solidFill>
              </a:defRPr>
            </a:lvl2pPr>
            <a:lvl3pPr algn="l">
              <a:defRPr sz="1500" b="1" i="0">
                <a:solidFill>
                  <a:srgbClr val="21191A"/>
                </a:solidFill>
              </a:defRPr>
            </a:lvl3pPr>
            <a:lvl4pPr algn="l">
              <a:defRPr sz="1500" b="1" i="0">
                <a:solidFill>
                  <a:srgbClr val="21191A"/>
                </a:solidFill>
              </a:defRPr>
            </a:lvl4pPr>
            <a:lvl5pPr algn="l">
              <a:defRPr sz="1500" b="1" i="0">
                <a:solidFill>
                  <a:srgbClr val="21191A"/>
                </a:solidFill>
              </a:defRPr>
            </a:lvl5pPr>
            <a:lvl6pPr algn="l">
              <a:defRPr sz="1500" b="1" i="0">
                <a:solidFill>
                  <a:srgbClr val="21191A"/>
                </a:solidFill>
              </a:defRPr>
            </a:lvl6pPr>
            <a:lvl7pPr algn="l">
              <a:defRPr sz="1500" b="1" i="0">
                <a:solidFill>
                  <a:srgbClr val="21191A"/>
                </a:solidFill>
              </a:defRPr>
            </a:lvl7pPr>
            <a:lvl8pPr algn="l">
              <a:defRPr sz="1500" b="1" i="0">
                <a:solidFill>
                  <a:srgbClr val="21191A"/>
                </a:solidFill>
              </a:defRPr>
            </a:lvl8pPr>
            <a:lvl9pPr algn="l">
              <a:defRPr sz="1500" b="1" i="0">
                <a:solidFill>
                  <a:srgbClr val="21191A"/>
                </a:solidFill>
              </a:defRPr>
            </a:lvl9pPr>
          </a:lstStyle>
          <a:p>
            <a:pPr algn="l">
              <a:defRPr sz="1500" b="1" i="0">
                <a:solidFill>
                  <a:srgbClr val="21191A"/>
                </a:solidFill>
              </a:defRPr>
            </a:pPr>
            <a:r>
              <a:rPr sz="1500" b="1" i="0">
                <a:solidFill>
                  <a:srgbClr val="21191A"/>
                </a:solidFill>
              </a:rPr>
              <a:t>Separar treino e teste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2EC9583-7CEF-4B97-95E2-3CA7A0EBB03B}"/>
              </a:ext>
            </a:extLst>
          </p:cNvPr>
          <p:cNvSpPr>
            <a:spLocks noGrp="1"/>
          </p:cNvSpPr>
          <p:nvPr/>
        </p:nvSpPr>
        <p:spPr>
          <a:xfrm>
            <a:off x="2000250" y="4105275"/>
            <a:ext cx="7762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80% treino, 20% teste, amostragem estratificada e random_state=42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D840070-8285-4554-8B3B-E7CB493E183E}"/>
              </a:ext>
            </a:extLst>
          </p:cNvPr>
          <p:cNvSpPr>
            <a:spLocks noGrp="1"/>
          </p:cNvSpPr>
          <p:nvPr/>
        </p:nvSpPr>
        <p:spPr>
          <a:xfrm>
            <a:off x="704850" y="4591050"/>
            <a:ext cx="981075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06782F6-21B3-4D1D-86F3-62D2B836C99E}"/>
              </a:ext>
            </a:extLst>
          </p:cNvPr>
          <p:cNvSpPr>
            <a:spLocks noGrp="1"/>
          </p:cNvSpPr>
          <p:nvPr/>
        </p:nvSpPr>
        <p:spPr>
          <a:xfrm>
            <a:off x="951738" y="4686300"/>
            <a:ext cx="877062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 i="0">
                <a:solidFill>
                  <a:srgbClr val="6E1E31"/>
                </a:solidFill>
              </a:defRPr>
            </a:defPPr>
            <a:lvl1pPr algn="l">
              <a:defRPr sz="1500" b="1" i="0">
                <a:solidFill>
                  <a:srgbClr val="6E1E31"/>
                </a:solidFill>
              </a:defRPr>
            </a:lvl1pPr>
            <a:lvl2pPr algn="l">
              <a:defRPr sz="1500" b="1" i="0">
                <a:solidFill>
                  <a:srgbClr val="6E1E31"/>
                </a:solidFill>
              </a:defRPr>
            </a:lvl2pPr>
            <a:lvl3pPr algn="l">
              <a:defRPr sz="1500" b="1" i="0">
                <a:solidFill>
                  <a:srgbClr val="6E1E31"/>
                </a:solidFill>
              </a:defRPr>
            </a:lvl3pPr>
            <a:lvl4pPr algn="l">
              <a:defRPr sz="1500" b="1" i="0">
                <a:solidFill>
                  <a:srgbClr val="6E1E31"/>
                </a:solidFill>
              </a:defRPr>
            </a:lvl4pPr>
            <a:lvl5pPr algn="l">
              <a:defRPr sz="1500" b="1" i="0">
                <a:solidFill>
                  <a:srgbClr val="6E1E31"/>
                </a:solidFill>
              </a:defRPr>
            </a:lvl5pPr>
            <a:lvl6pPr algn="l">
              <a:defRPr sz="1500" b="1" i="0">
                <a:solidFill>
                  <a:srgbClr val="6E1E31"/>
                </a:solidFill>
              </a:defRPr>
            </a:lvl6pPr>
            <a:lvl7pPr algn="l">
              <a:defRPr sz="1500" b="1" i="0">
                <a:solidFill>
                  <a:srgbClr val="6E1E31"/>
                </a:solidFill>
              </a:defRPr>
            </a:lvl7pPr>
            <a:lvl8pPr algn="l">
              <a:defRPr sz="1500" b="1" i="0">
                <a:solidFill>
                  <a:srgbClr val="6E1E31"/>
                </a:solidFill>
              </a:defRPr>
            </a:lvl8pPr>
            <a:lvl9pPr algn="l">
              <a:defRPr sz="1500" b="1" i="0">
                <a:solidFill>
                  <a:srgbClr val="6E1E31"/>
                </a:solidFill>
              </a:defRPr>
            </a:lvl9pPr>
          </a:lstStyle>
          <a:p>
            <a:pPr algn="r">
              <a:defRPr sz="1500" b="1" i="0">
                <a:solidFill>
                  <a:srgbClr val="6E1E31"/>
                </a:solidFill>
              </a:defRPr>
            </a:pPr>
            <a:r>
              <a:rPr sz="3200" b="1" i="0">
                <a:solidFill>
                  <a:srgbClr val="6E1E31"/>
                </a:solidFill>
              </a:rPr>
              <a:t>04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8D4FF43-D8B7-49EF-AAFB-14E792285701}"/>
              </a:ext>
            </a:extLst>
          </p:cNvPr>
          <p:cNvSpPr>
            <a:spLocks noGrp="1"/>
          </p:cNvSpPr>
          <p:nvPr/>
        </p:nvSpPr>
        <p:spPr>
          <a:xfrm>
            <a:off x="2000250" y="4667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 i="0">
                <a:solidFill>
                  <a:srgbClr val="21191A"/>
                </a:solidFill>
              </a:defRPr>
            </a:defPPr>
            <a:lvl1pPr algn="l">
              <a:defRPr sz="1500" b="1" i="0">
                <a:solidFill>
                  <a:srgbClr val="21191A"/>
                </a:solidFill>
              </a:defRPr>
            </a:lvl1pPr>
            <a:lvl2pPr algn="l">
              <a:defRPr sz="1500" b="1" i="0">
                <a:solidFill>
                  <a:srgbClr val="21191A"/>
                </a:solidFill>
              </a:defRPr>
            </a:lvl2pPr>
            <a:lvl3pPr algn="l">
              <a:defRPr sz="1500" b="1" i="0">
                <a:solidFill>
                  <a:srgbClr val="21191A"/>
                </a:solidFill>
              </a:defRPr>
            </a:lvl3pPr>
            <a:lvl4pPr algn="l">
              <a:defRPr sz="1500" b="1" i="0">
                <a:solidFill>
                  <a:srgbClr val="21191A"/>
                </a:solidFill>
              </a:defRPr>
            </a:lvl4pPr>
            <a:lvl5pPr algn="l">
              <a:defRPr sz="1500" b="1" i="0">
                <a:solidFill>
                  <a:srgbClr val="21191A"/>
                </a:solidFill>
              </a:defRPr>
            </a:lvl5pPr>
            <a:lvl6pPr algn="l">
              <a:defRPr sz="1500" b="1" i="0">
                <a:solidFill>
                  <a:srgbClr val="21191A"/>
                </a:solidFill>
              </a:defRPr>
            </a:lvl6pPr>
            <a:lvl7pPr algn="l">
              <a:defRPr sz="1500" b="1" i="0">
                <a:solidFill>
                  <a:srgbClr val="21191A"/>
                </a:solidFill>
              </a:defRPr>
            </a:lvl7pPr>
            <a:lvl8pPr algn="l">
              <a:defRPr sz="1500" b="1" i="0">
                <a:solidFill>
                  <a:srgbClr val="21191A"/>
                </a:solidFill>
              </a:defRPr>
            </a:lvl8pPr>
            <a:lvl9pPr algn="l">
              <a:defRPr sz="1500" b="1" i="0">
                <a:solidFill>
                  <a:srgbClr val="21191A"/>
                </a:solidFill>
              </a:defRPr>
            </a:lvl9pPr>
          </a:lstStyle>
          <a:p>
            <a:pPr algn="l">
              <a:defRPr sz="1500" b="1" i="0">
                <a:solidFill>
                  <a:srgbClr val="21191A"/>
                </a:solidFill>
              </a:defRPr>
            </a:pPr>
            <a:r>
              <a:rPr sz="1500" b="1" i="0">
                <a:solidFill>
                  <a:srgbClr val="21191A"/>
                </a:solidFill>
              </a:rPr>
              <a:t>Escalonar quando necessário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70B9DA8-C138-4107-868B-DA42DFDFCBE8}"/>
              </a:ext>
            </a:extLst>
          </p:cNvPr>
          <p:cNvSpPr>
            <a:spLocks noGrp="1"/>
          </p:cNvSpPr>
          <p:nvPr/>
        </p:nvSpPr>
        <p:spPr>
          <a:xfrm>
            <a:off x="2000250" y="4991100"/>
            <a:ext cx="7762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 dirty="0" err="1">
                <a:solidFill>
                  <a:srgbClr val="6B6263"/>
                </a:solidFill>
              </a:rPr>
              <a:t>StandardScaler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nas</a:t>
            </a:r>
            <a:r>
              <a:rPr sz="1200" b="0" i="0" dirty="0">
                <a:solidFill>
                  <a:srgbClr val="6B6263"/>
                </a:solidFill>
              </a:rPr>
              <a:t> pipelines de KNN, </a:t>
            </a:r>
            <a:r>
              <a:rPr sz="1200" b="0" i="0" dirty="0" err="1">
                <a:solidFill>
                  <a:srgbClr val="6B6263"/>
                </a:solidFill>
              </a:rPr>
              <a:t>Regressão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Logística</a:t>
            </a:r>
            <a:r>
              <a:rPr sz="1200" b="0" i="0" dirty="0">
                <a:solidFill>
                  <a:srgbClr val="6B6263"/>
                </a:solidFill>
              </a:rPr>
              <a:t> e Naive Bayes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B5E4E78-6063-4654-BA9C-B6FF68C6EF4C}"/>
              </a:ext>
            </a:extLst>
          </p:cNvPr>
          <p:cNvSpPr>
            <a:spLocks noGrp="1"/>
          </p:cNvSpPr>
          <p:nvPr/>
        </p:nvSpPr>
        <p:spPr>
          <a:xfrm>
            <a:off x="704850" y="5476875"/>
            <a:ext cx="981075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534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B7B11BB4-A2D2-49A0-B53A-B86C87EF2B1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C1E8FA0-6DE8-4A32-A656-DF07DFB9E380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MODELAGEM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5B55BBD-DEDD-46D7-A96F-59CB263AD95E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900" b="1" i="0">
                <a:solidFill>
                  <a:srgbClr val="6B6263"/>
                </a:solidFill>
              </a:defRPr>
            </a:defPPr>
            <a:lvl1pPr algn="r">
              <a:defRPr sz="900" b="1" i="0">
                <a:solidFill>
                  <a:srgbClr val="6B6263"/>
                </a:solidFill>
              </a:defRPr>
            </a:lvl1pPr>
            <a:lvl2pPr algn="r">
              <a:defRPr sz="900" b="1" i="0">
                <a:solidFill>
                  <a:srgbClr val="6B6263"/>
                </a:solidFill>
              </a:defRPr>
            </a:lvl2pPr>
            <a:lvl3pPr algn="r">
              <a:defRPr sz="900" b="1" i="0">
                <a:solidFill>
                  <a:srgbClr val="6B6263"/>
                </a:solidFill>
              </a:defRPr>
            </a:lvl3pPr>
            <a:lvl4pPr algn="r">
              <a:defRPr sz="900" b="1" i="0">
                <a:solidFill>
                  <a:srgbClr val="6B6263"/>
                </a:solidFill>
              </a:defRPr>
            </a:lvl4pPr>
            <a:lvl5pPr algn="r">
              <a:defRPr sz="900" b="1" i="0">
                <a:solidFill>
                  <a:srgbClr val="6B6263"/>
                </a:solidFill>
              </a:defRPr>
            </a:lvl5pPr>
            <a:lvl6pPr algn="r">
              <a:defRPr sz="900" b="1" i="0">
                <a:solidFill>
                  <a:srgbClr val="6B6263"/>
                </a:solidFill>
              </a:defRPr>
            </a:lvl6pPr>
            <a:lvl7pPr algn="r">
              <a:defRPr sz="900" b="1" i="0">
                <a:solidFill>
                  <a:srgbClr val="6B6263"/>
                </a:solidFill>
              </a:defRPr>
            </a:lvl7pPr>
            <a:lvl8pPr algn="r">
              <a:defRPr sz="900" b="1" i="0">
                <a:solidFill>
                  <a:srgbClr val="6B6263"/>
                </a:solidFill>
              </a:defRPr>
            </a:lvl8pPr>
            <a:lvl9pPr algn="r">
              <a:defRPr sz="900" b="1" i="0">
                <a:solidFill>
                  <a:srgbClr val="6B6263"/>
                </a:solidFill>
              </a:defRPr>
            </a:lvl9pPr>
          </a:lstStyle>
          <a:p>
            <a:pPr algn="r">
              <a:defRPr sz="900" b="1" i="0">
                <a:solidFill>
                  <a:srgbClr val="6B6263"/>
                </a:solidFill>
              </a:defRPr>
            </a:pPr>
            <a:r>
              <a:rPr sz="900" b="1" i="0">
                <a:solidFill>
                  <a:srgbClr val="6B6263"/>
                </a:solidFill>
              </a:rPr>
              <a:t>06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64E9562-640C-415A-A262-6F6F0722CDB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C0A938-DA7D-4D23-8F24-71AE5BFF4669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QUATRO MODELOS E GRIDSEARCHCV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E95183-E1CB-4297-A122-23BA3BAE3E4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Todas as combinações usam validação cruzada de 5 dobras e F1 como métrica de otimização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3CB2E2A-FDD4-4087-9A9F-B7EF9993C6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5398019"/>
              </p:ext>
            </p:extLst>
          </p:nvPr>
        </p:nvGraphicFramePr>
        <p:xfrm>
          <a:off x="809625" y="2095500"/>
          <a:ext cx="10572750" cy="23812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1" dirty="0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Pipeline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Espaço de busca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KNN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StandardScaler + KNN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vizinhos 1–20; pesos uniform/distance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Regressão Logística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StandardScaler + LR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C: 0,01–100; peso da classe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Random Forest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Random Forest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100/200 árvores; profundidade; folha; peso da classe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Gaussian Naive Bayes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StandardScaler + GNB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 err="1">
                          <a:solidFill>
                            <a:srgbClr val="21191A"/>
                          </a:solidFill>
                        </a:rPr>
                        <a:t>var_smoothing</a:t>
                      </a:r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: 10⁻¹¹ a 10⁻⁷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2EB6455B-5F6A-4703-AFC2-19B3063F44F3}"/>
              </a:ext>
            </a:extLst>
          </p:cNvPr>
          <p:cNvSpPr>
            <a:spLocks noGrp="1"/>
          </p:cNvSpPr>
          <p:nvPr/>
        </p:nvSpPr>
        <p:spPr>
          <a:xfrm>
            <a:off x="809625" y="4962525"/>
            <a:ext cx="1057275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AC08531-9056-4341-BCC8-EA67D00C25F4}"/>
              </a:ext>
            </a:extLst>
          </p:cNvPr>
          <p:cNvSpPr>
            <a:spLocks noGrp="1"/>
          </p:cNvSpPr>
          <p:nvPr/>
        </p:nvSpPr>
        <p:spPr>
          <a:xfrm>
            <a:off x="809625" y="519112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1" i="0">
                <a:solidFill>
                  <a:srgbClr val="6E1E31"/>
                </a:solidFill>
              </a:defRPr>
            </a:defPPr>
            <a:lvl1pPr algn="l">
              <a:defRPr sz="1275" b="1" i="0">
                <a:solidFill>
                  <a:srgbClr val="6E1E31"/>
                </a:solidFill>
              </a:defRPr>
            </a:lvl1pPr>
            <a:lvl2pPr algn="l">
              <a:defRPr sz="1275" b="1" i="0">
                <a:solidFill>
                  <a:srgbClr val="6E1E31"/>
                </a:solidFill>
              </a:defRPr>
            </a:lvl2pPr>
            <a:lvl3pPr algn="l">
              <a:defRPr sz="1275" b="1" i="0">
                <a:solidFill>
                  <a:srgbClr val="6E1E31"/>
                </a:solidFill>
              </a:defRPr>
            </a:lvl3pPr>
            <a:lvl4pPr algn="l">
              <a:defRPr sz="1275" b="1" i="0">
                <a:solidFill>
                  <a:srgbClr val="6E1E31"/>
                </a:solidFill>
              </a:defRPr>
            </a:lvl4pPr>
            <a:lvl5pPr algn="l">
              <a:defRPr sz="1275" b="1" i="0">
                <a:solidFill>
                  <a:srgbClr val="6E1E31"/>
                </a:solidFill>
              </a:defRPr>
            </a:lvl5pPr>
            <a:lvl6pPr algn="l">
              <a:defRPr sz="1275" b="1" i="0">
                <a:solidFill>
                  <a:srgbClr val="6E1E31"/>
                </a:solidFill>
              </a:defRPr>
            </a:lvl6pPr>
            <a:lvl7pPr algn="l">
              <a:defRPr sz="1275" b="1" i="0">
                <a:solidFill>
                  <a:srgbClr val="6E1E31"/>
                </a:solidFill>
              </a:defRPr>
            </a:lvl7pPr>
            <a:lvl8pPr algn="l">
              <a:defRPr sz="1275" b="1" i="0">
                <a:solidFill>
                  <a:srgbClr val="6E1E31"/>
                </a:solidFill>
              </a:defRPr>
            </a:lvl8pPr>
            <a:lvl9pPr algn="l">
              <a:defRPr sz="1275" b="1" i="0">
                <a:solidFill>
                  <a:srgbClr val="6E1E31"/>
                </a:solidFill>
              </a:defRPr>
            </a:lvl9pPr>
          </a:lstStyle>
          <a:p>
            <a:pPr algn="l">
              <a:defRPr sz="1275" b="1" i="0">
                <a:solidFill>
                  <a:srgbClr val="6E1E31"/>
                </a:solidFill>
              </a:defRPr>
            </a:pPr>
            <a:r>
              <a:rPr lang="pt-BR" sz="1275" b="1" i="0" dirty="0">
                <a:solidFill>
                  <a:srgbClr val="6E1E31"/>
                </a:solidFill>
              </a:rPr>
              <a:t>Porque?</a:t>
            </a:r>
            <a:endParaRPr sz="1275" b="1" i="0" dirty="0">
              <a:solidFill>
                <a:srgbClr val="6E1E31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B77129C-1155-44CF-B0C2-76D1C5066702}"/>
              </a:ext>
            </a:extLst>
          </p:cNvPr>
          <p:cNvSpPr>
            <a:spLocks noGrp="1"/>
          </p:cNvSpPr>
          <p:nvPr/>
        </p:nvSpPr>
        <p:spPr>
          <a:xfrm>
            <a:off x="809625" y="5464702"/>
            <a:ext cx="10534650" cy="5905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 i="0">
                <a:solidFill>
                  <a:srgbClr val="6B6263"/>
                </a:solidFill>
              </a:defRPr>
            </a:defPPr>
            <a:lvl1pPr algn="l">
              <a:defRPr sz="1275" b="0" i="0">
                <a:solidFill>
                  <a:srgbClr val="6B6263"/>
                </a:solidFill>
              </a:defRPr>
            </a:lvl1pPr>
            <a:lvl2pPr algn="l">
              <a:defRPr sz="1275" b="0" i="0">
                <a:solidFill>
                  <a:srgbClr val="6B6263"/>
                </a:solidFill>
              </a:defRPr>
            </a:lvl2pPr>
            <a:lvl3pPr algn="l">
              <a:defRPr sz="1275" b="0" i="0">
                <a:solidFill>
                  <a:srgbClr val="6B6263"/>
                </a:solidFill>
              </a:defRPr>
            </a:lvl3pPr>
            <a:lvl4pPr algn="l">
              <a:defRPr sz="1275" b="0" i="0">
                <a:solidFill>
                  <a:srgbClr val="6B6263"/>
                </a:solidFill>
              </a:defRPr>
            </a:lvl4pPr>
            <a:lvl5pPr algn="l">
              <a:defRPr sz="1275" b="0" i="0">
                <a:solidFill>
                  <a:srgbClr val="6B6263"/>
                </a:solidFill>
              </a:defRPr>
            </a:lvl5pPr>
            <a:lvl6pPr algn="l">
              <a:defRPr sz="1275" b="0" i="0">
                <a:solidFill>
                  <a:srgbClr val="6B6263"/>
                </a:solidFill>
              </a:defRPr>
            </a:lvl6pPr>
            <a:lvl7pPr algn="l">
              <a:defRPr sz="1275" b="0" i="0">
                <a:solidFill>
                  <a:srgbClr val="6B6263"/>
                </a:solidFill>
              </a:defRPr>
            </a:lvl7pPr>
            <a:lvl8pPr algn="l">
              <a:defRPr sz="1275" b="0" i="0">
                <a:solidFill>
                  <a:srgbClr val="6B6263"/>
                </a:solidFill>
              </a:defRPr>
            </a:lvl8pPr>
            <a:lvl9pPr algn="l">
              <a:defRPr sz="1275" b="0" i="0">
                <a:solidFill>
                  <a:srgbClr val="6B6263"/>
                </a:solidFill>
              </a:defRPr>
            </a:lvl9pPr>
          </a:lstStyle>
          <a:p>
            <a:pPr algn="l">
              <a:defRPr sz="1275" b="0" i="0">
                <a:solidFill>
                  <a:srgbClr val="6B6263"/>
                </a:solidFill>
              </a:defRPr>
            </a:pPr>
            <a:r>
              <a:rPr sz="1275" b="0" i="0" dirty="0" err="1">
                <a:solidFill>
                  <a:srgbClr val="6B6263"/>
                </a:solidFill>
              </a:rPr>
              <a:t>Comparar</a:t>
            </a:r>
            <a:r>
              <a:rPr sz="1275" b="0" i="0" dirty="0">
                <a:solidFill>
                  <a:srgbClr val="6B6263"/>
                </a:solidFill>
              </a:rPr>
              <a:t> um </a:t>
            </a:r>
            <a:r>
              <a:rPr sz="1275" b="0" i="0" dirty="0" err="1">
                <a:solidFill>
                  <a:srgbClr val="6B6263"/>
                </a:solidFill>
              </a:rPr>
              <a:t>método</a:t>
            </a:r>
            <a:r>
              <a:rPr sz="1275" b="0" i="0" dirty="0">
                <a:solidFill>
                  <a:srgbClr val="6B6263"/>
                </a:solidFill>
              </a:rPr>
              <a:t> </a:t>
            </a:r>
            <a:r>
              <a:rPr sz="1275" b="0" i="0" dirty="0" err="1">
                <a:solidFill>
                  <a:srgbClr val="6B6263"/>
                </a:solidFill>
              </a:rPr>
              <a:t>baseado</a:t>
            </a:r>
            <a:r>
              <a:rPr sz="1275" b="0" i="0" dirty="0">
                <a:solidFill>
                  <a:srgbClr val="6B6263"/>
                </a:solidFill>
              </a:rPr>
              <a:t> em </a:t>
            </a:r>
            <a:r>
              <a:rPr sz="1275" b="0" i="0" dirty="0" err="1">
                <a:solidFill>
                  <a:srgbClr val="6B6263"/>
                </a:solidFill>
              </a:rPr>
              <a:t>vizinhança</a:t>
            </a:r>
            <a:r>
              <a:rPr sz="1275" b="0" i="0" dirty="0">
                <a:solidFill>
                  <a:srgbClr val="6B6263"/>
                </a:solidFill>
              </a:rPr>
              <a:t>, um linear, um ensemble e um </a:t>
            </a:r>
            <a:r>
              <a:rPr sz="1275" b="0" i="0" dirty="0" err="1">
                <a:solidFill>
                  <a:srgbClr val="6B6263"/>
                </a:solidFill>
              </a:rPr>
              <a:t>probabilístico</a:t>
            </a:r>
            <a:r>
              <a:rPr sz="1275" b="0" i="0" dirty="0">
                <a:solidFill>
                  <a:srgbClr val="6B6263"/>
                </a:solidFill>
              </a:rPr>
              <a:t> sob o </a:t>
            </a:r>
            <a:r>
              <a:rPr sz="1275" b="0" i="0" dirty="0" err="1">
                <a:solidFill>
                  <a:srgbClr val="6B6263"/>
                </a:solidFill>
              </a:rPr>
              <a:t>mesmo</a:t>
            </a:r>
            <a:r>
              <a:rPr sz="1275" b="0" i="0" dirty="0">
                <a:solidFill>
                  <a:srgbClr val="6B6263"/>
                </a:solidFill>
              </a:rPr>
              <a:t> </a:t>
            </a:r>
            <a:r>
              <a:rPr sz="1275" b="0" i="0" dirty="0" err="1">
                <a:solidFill>
                  <a:srgbClr val="6B6263"/>
                </a:solidFill>
              </a:rPr>
              <a:t>critério</a:t>
            </a:r>
            <a:r>
              <a:rPr sz="1275" b="0" i="0" dirty="0">
                <a:solidFill>
                  <a:srgbClr val="6B6263"/>
                </a:solidFill>
              </a:rPr>
              <a:t> de </a:t>
            </a:r>
            <a:r>
              <a:rPr sz="1275" b="0" i="0" dirty="0" err="1">
                <a:solidFill>
                  <a:srgbClr val="6B6263"/>
                </a:solidFill>
              </a:rPr>
              <a:t>seleção</a:t>
            </a:r>
            <a:r>
              <a:rPr sz="1275" b="0" i="0" dirty="0">
                <a:solidFill>
                  <a:srgbClr val="6B626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443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3C567396-F1A1-4F9D-A3D2-C84E7D31F8D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1E9D607-F221-49CC-BF32-FB576CA034A7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VALIDAÇÃO CRUZADA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2B589E-2322-4A58-AC96-B54779E51746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900" b="1" i="0">
                <a:solidFill>
                  <a:srgbClr val="6B6263"/>
                </a:solidFill>
              </a:defRPr>
            </a:defPPr>
            <a:lvl1pPr algn="r">
              <a:defRPr sz="900" b="1" i="0">
                <a:solidFill>
                  <a:srgbClr val="6B6263"/>
                </a:solidFill>
              </a:defRPr>
            </a:lvl1pPr>
            <a:lvl2pPr algn="r">
              <a:defRPr sz="900" b="1" i="0">
                <a:solidFill>
                  <a:srgbClr val="6B6263"/>
                </a:solidFill>
              </a:defRPr>
            </a:lvl2pPr>
            <a:lvl3pPr algn="r">
              <a:defRPr sz="900" b="1" i="0">
                <a:solidFill>
                  <a:srgbClr val="6B6263"/>
                </a:solidFill>
              </a:defRPr>
            </a:lvl3pPr>
            <a:lvl4pPr algn="r">
              <a:defRPr sz="900" b="1" i="0">
                <a:solidFill>
                  <a:srgbClr val="6B6263"/>
                </a:solidFill>
              </a:defRPr>
            </a:lvl4pPr>
            <a:lvl5pPr algn="r">
              <a:defRPr sz="900" b="1" i="0">
                <a:solidFill>
                  <a:srgbClr val="6B6263"/>
                </a:solidFill>
              </a:defRPr>
            </a:lvl5pPr>
            <a:lvl6pPr algn="r">
              <a:defRPr sz="900" b="1" i="0">
                <a:solidFill>
                  <a:srgbClr val="6B6263"/>
                </a:solidFill>
              </a:defRPr>
            </a:lvl6pPr>
            <a:lvl7pPr algn="r">
              <a:defRPr sz="900" b="1" i="0">
                <a:solidFill>
                  <a:srgbClr val="6B6263"/>
                </a:solidFill>
              </a:defRPr>
            </a:lvl7pPr>
            <a:lvl8pPr algn="r">
              <a:defRPr sz="900" b="1" i="0">
                <a:solidFill>
                  <a:srgbClr val="6B6263"/>
                </a:solidFill>
              </a:defRPr>
            </a:lvl8pPr>
            <a:lvl9pPr algn="r">
              <a:defRPr sz="900" b="1" i="0">
                <a:solidFill>
                  <a:srgbClr val="6B6263"/>
                </a:solidFill>
              </a:defRPr>
            </a:lvl9pPr>
          </a:lstStyle>
          <a:p>
            <a:pPr algn="r">
              <a:defRPr sz="900" b="1" i="0">
                <a:solidFill>
                  <a:srgbClr val="6B6263"/>
                </a:solidFill>
              </a:defRPr>
            </a:pPr>
            <a:r>
              <a:rPr sz="900" b="1" i="0">
                <a:solidFill>
                  <a:srgbClr val="6B6263"/>
                </a:solidFill>
              </a:rPr>
              <a:t>07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3CA3B8C-86F7-4710-9D04-5D0A2A98509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7A8D6D2-B12F-402B-9C42-A5F4AE99AA83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OTIMIZAÇÃO POR F1 NA VALIDAÇÃO CRUZADA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6D812FA-2C36-489E-BC39-B6CA5E46A93C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O Random Forest liderou o F1 médio entre as quatro buscas de hiperparâmetros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7BEC6C09-2722-46F0-9916-BA0729B67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8636592"/>
              </p:ext>
            </p:extLst>
          </p:nvPr>
        </p:nvGraphicFramePr>
        <p:xfrm>
          <a:off x="947928" y="2085975"/>
          <a:ext cx="6324600" cy="320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20176656-5B3F-4854-9618-F7CE7526EE73}"/>
              </a:ext>
            </a:extLst>
          </p:cNvPr>
          <p:cNvSpPr>
            <a:spLocks noGrp="1"/>
          </p:cNvSpPr>
          <p:nvPr/>
        </p:nvSpPr>
        <p:spPr>
          <a:xfrm>
            <a:off x="7863078" y="2066925"/>
            <a:ext cx="9525" cy="3429000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D3F2CD-69FD-4BC9-96FE-56B759B4D8CB}"/>
              </a:ext>
            </a:extLst>
          </p:cNvPr>
          <p:cNvSpPr>
            <a:spLocks noGrp="1"/>
          </p:cNvSpPr>
          <p:nvPr/>
        </p:nvSpPr>
        <p:spPr>
          <a:xfrm>
            <a:off x="8453628" y="20859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 i="0">
                <a:solidFill>
                  <a:srgbClr val="6E1E31"/>
                </a:solidFill>
              </a:defRPr>
            </a:defPPr>
            <a:lvl1pPr algn="l">
              <a:defRPr sz="1350" b="1" i="0">
                <a:solidFill>
                  <a:srgbClr val="6E1E31"/>
                </a:solidFill>
              </a:defRPr>
            </a:lvl1pPr>
            <a:lvl2pPr algn="l">
              <a:defRPr sz="1350" b="1" i="0">
                <a:solidFill>
                  <a:srgbClr val="6E1E31"/>
                </a:solidFill>
              </a:defRPr>
            </a:lvl2pPr>
            <a:lvl3pPr algn="l">
              <a:defRPr sz="1350" b="1" i="0">
                <a:solidFill>
                  <a:srgbClr val="6E1E31"/>
                </a:solidFill>
              </a:defRPr>
            </a:lvl3pPr>
            <a:lvl4pPr algn="l">
              <a:defRPr sz="1350" b="1" i="0">
                <a:solidFill>
                  <a:srgbClr val="6E1E31"/>
                </a:solidFill>
              </a:defRPr>
            </a:lvl4pPr>
            <a:lvl5pPr algn="l">
              <a:defRPr sz="1350" b="1" i="0">
                <a:solidFill>
                  <a:srgbClr val="6E1E31"/>
                </a:solidFill>
              </a:defRPr>
            </a:lvl5pPr>
            <a:lvl6pPr algn="l">
              <a:defRPr sz="1350" b="1" i="0">
                <a:solidFill>
                  <a:srgbClr val="6E1E31"/>
                </a:solidFill>
              </a:defRPr>
            </a:lvl6pPr>
            <a:lvl7pPr algn="l">
              <a:defRPr sz="1350" b="1" i="0">
                <a:solidFill>
                  <a:srgbClr val="6E1E31"/>
                </a:solidFill>
              </a:defRPr>
            </a:lvl7pPr>
            <a:lvl8pPr algn="l">
              <a:defRPr sz="1350" b="1" i="0">
                <a:solidFill>
                  <a:srgbClr val="6E1E31"/>
                </a:solidFill>
              </a:defRPr>
            </a:lvl8pPr>
            <a:lvl9pPr algn="l">
              <a:defRPr sz="1350" b="1" i="0">
                <a:solidFill>
                  <a:srgbClr val="6E1E31"/>
                </a:solidFill>
              </a:defRPr>
            </a:lvl9pPr>
          </a:lstStyle>
          <a:p>
            <a:pPr algn="l">
              <a:defRPr sz="1350" b="1" i="0">
                <a:solidFill>
                  <a:srgbClr val="6E1E31"/>
                </a:solidFill>
              </a:defRPr>
            </a:pPr>
            <a:r>
              <a:rPr sz="1350" b="1" i="0">
                <a:solidFill>
                  <a:srgbClr val="6E1E31"/>
                </a:solidFill>
              </a:rPr>
              <a:t>Melhores parâmetros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94303D-53A5-4DA2-BF1D-1175F02E625C}"/>
              </a:ext>
            </a:extLst>
          </p:cNvPr>
          <p:cNvSpPr>
            <a:spLocks noGrp="1"/>
          </p:cNvSpPr>
          <p:nvPr/>
        </p:nvSpPr>
        <p:spPr>
          <a:xfrm>
            <a:off x="8453628" y="25908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1" i="0">
                <a:solidFill>
                  <a:srgbClr val="21191A"/>
                </a:solidFill>
              </a:defRPr>
            </a:defPPr>
            <a:lvl1pPr algn="l">
              <a:defRPr sz="1200" b="1" i="0">
                <a:solidFill>
                  <a:srgbClr val="21191A"/>
                </a:solidFill>
              </a:defRPr>
            </a:lvl1pPr>
            <a:lvl2pPr algn="l">
              <a:defRPr sz="1200" b="1" i="0">
                <a:solidFill>
                  <a:srgbClr val="21191A"/>
                </a:solidFill>
              </a:defRPr>
            </a:lvl2pPr>
            <a:lvl3pPr algn="l">
              <a:defRPr sz="1200" b="1" i="0">
                <a:solidFill>
                  <a:srgbClr val="21191A"/>
                </a:solidFill>
              </a:defRPr>
            </a:lvl3pPr>
            <a:lvl4pPr algn="l">
              <a:defRPr sz="1200" b="1" i="0">
                <a:solidFill>
                  <a:srgbClr val="21191A"/>
                </a:solidFill>
              </a:defRPr>
            </a:lvl4pPr>
            <a:lvl5pPr algn="l">
              <a:defRPr sz="1200" b="1" i="0">
                <a:solidFill>
                  <a:srgbClr val="21191A"/>
                </a:solidFill>
              </a:defRPr>
            </a:lvl5pPr>
            <a:lvl6pPr algn="l">
              <a:defRPr sz="1200" b="1" i="0">
                <a:solidFill>
                  <a:srgbClr val="21191A"/>
                </a:solidFill>
              </a:defRPr>
            </a:lvl6pPr>
            <a:lvl7pPr algn="l">
              <a:defRPr sz="1200" b="1" i="0">
                <a:solidFill>
                  <a:srgbClr val="21191A"/>
                </a:solidFill>
              </a:defRPr>
            </a:lvl7pPr>
            <a:lvl8pPr algn="l">
              <a:defRPr sz="1200" b="1" i="0">
                <a:solidFill>
                  <a:srgbClr val="21191A"/>
                </a:solidFill>
              </a:defRPr>
            </a:lvl8pPr>
            <a:lvl9pPr algn="l">
              <a:defRPr sz="1200" b="1" i="0">
                <a:solidFill>
                  <a:srgbClr val="21191A"/>
                </a:solidFill>
              </a:defRPr>
            </a:lvl9pPr>
          </a:lstStyle>
          <a:p>
            <a:pPr algn="l">
              <a:defRPr sz="1200" b="1" i="0">
                <a:solidFill>
                  <a:srgbClr val="21191A"/>
                </a:solidFill>
              </a:defRPr>
            </a:pPr>
            <a:r>
              <a:rPr sz="1200" b="1" i="0">
                <a:solidFill>
                  <a:srgbClr val="21191A"/>
                </a:solidFill>
              </a:rPr>
              <a:t>KNN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B9CCC7C-7BE8-4C84-9754-EA598138C4AA}"/>
              </a:ext>
            </a:extLst>
          </p:cNvPr>
          <p:cNvSpPr>
            <a:spLocks noGrp="1"/>
          </p:cNvSpPr>
          <p:nvPr/>
        </p:nvSpPr>
        <p:spPr>
          <a:xfrm>
            <a:off x="8453628" y="28479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11 vizinhos; weights=distance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E8E6A91-33BC-4240-BD70-9A82D4FEE731}"/>
              </a:ext>
            </a:extLst>
          </p:cNvPr>
          <p:cNvSpPr>
            <a:spLocks noGrp="1"/>
          </p:cNvSpPr>
          <p:nvPr/>
        </p:nvSpPr>
        <p:spPr>
          <a:xfrm>
            <a:off x="8453628" y="33718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1" i="0">
                <a:solidFill>
                  <a:srgbClr val="21191A"/>
                </a:solidFill>
              </a:defRPr>
            </a:defPPr>
            <a:lvl1pPr algn="l">
              <a:defRPr sz="1200" b="1" i="0">
                <a:solidFill>
                  <a:srgbClr val="21191A"/>
                </a:solidFill>
              </a:defRPr>
            </a:lvl1pPr>
            <a:lvl2pPr algn="l">
              <a:defRPr sz="1200" b="1" i="0">
                <a:solidFill>
                  <a:srgbClr val="21191A"/>
                </a:solidFill>
              </a:defRPr>
            </a:lvl2pPr>
            <a:lvl3pPr algn="l">
              <a:defRPr sz="1200" b="1" i="0">
                <a:solidFill>
                  <a:srgbClr val="21191A"/>
                </a:solidFill>
              </a:defRPr>
            </a:lvl3pPr>
            <a:lvl4pPr algn="l">
              <a:defRPr sz="1200" b="1" i="0">
                <a:solidFill>
                  <a:srgbClr val="21191A"/>
                </a:solidFill>
              </a:defRPr>
            </a:lvl4pPr>
            <a:lvl5pPr algn="l">
              <a:defRPr sz="1200" b="1" i="0">
                <a:solidFill>
                  <a:srgbClr val="21191A"/>
                </a:solidFill>
              </a:defRPr>
            </a:lvl5pPr>
            <a:lvl6pPr algn="l">
              <a:defRPr sz="1200" b="1" i="0">
                <a:solidFill>
                  <a:srgbClr val="21191A"/>
                </a:solidFill>
              </a:defRPr>
            </a:lvl6pPr>
            <a:lvl7pPr algn="l">
              <a:defRPr sz="1200" b="1" i="0">
                <a:solidFill>
                  <a:srgbClr val="21191A"/>
                </a:solidFill>
              </a:defRPr>
            </a:lvl7pPr>
            <a:lvl8pPr algn="l">
              <a:defRPr sz="1200" b="1" i="0">
                <a:solidFill>
                  <a:srgbClr val="21191A"/>
                </a:solidFill>
              </a:defRPr>
            </a:lvl8pPr>
            <a:lvl9pPr algn="l">
              <a:defRPr sz="1200" b="1" i="0">
                <a:solidFill>
                  <a:srgbClr val="21191A"/>
                </a:solidFill>
              </a:defRPr>
            </a:lvl9pPr>
          </a:lstStyle>
          <a:p>
            <a:pPr algn="l">
              <a:defRPr sz="1200" b="1" i="0">
                <a:solidFill>
                  <a:srgbClr val="21191A"/>
                </a:solidFill>
              </a:defRPr>
            </a:pPr>
            <a:r>
              <a:rPr sz="1200" b="1" i="0">
                <a:solidFill>
                  <a:srgbClr val="21191A"/>
                </a:solidFill>
              </a:rPr>
              <a:t>Regressão Logística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F55333F-93D8-4DE2-B0DF-CED1759173A1}"/>
              </a:ext>
            </a:extLst>
          </p:cNvPr>
          <p:cNvSpPr>
            <a:spLocks noGrp="1"/>
          </p:cNvSpPr>
          <p:nvPr/>
        </p:nvSpPr>
        <p:spPr>
          <a:xfrm>
            <a:off x="8453628" y="36290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C=10; class_weight=balanced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B61CF43-F21D-4D28-A46A-397A1D286D2C}"/>
              </a:ext>
            </a:extLst>
          </p:cNvPr>
          <p:cNvSpPr>
            <a:spLocks noGrp="1"/>
          </p:cNvSpPr>
          <p:nvPr/>
        </p:nvSpPr>
        <p:spPr>
          <a:xfrm>
            <a:off x="8453628" y="41529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1" i="0">
                <a:solidFill>
                  <a:srgbClr val="21191A"/>
                </a:solidFill>
              </a:defRPr>
            </a:defPPr>
            <a:lvl1pPr algn="l">
              <a:defRPr sz="1200" b="1" i="0">
                <a:solidFill>
                  <a:srgbClr val="21191A"/>
                </a:solidFill>
              </a:defRPr>
            </a:lvl1pPr>
            <a:lvl2pPr algn="l">
              <a:defRPr sz="1200" b="1" i="0">
                <a:solidFill>
                  <a:srgbClr val="21191A"/>
                </a:solidFill>
              </a:defRPr>
            </a:lvl2pPr>
            <a:lvl3pPr algn="l">
              <a:defRPr sz="1200" b="1" i="0">
                <a:solidFill>
                  <a:srgbClr val="21191A"/>
                </a:solidFill>
              </a:defRPr>
            </a:lvl3pPr>
            <a:lvl4pPr algn="l">
              <a:defRPr sz="1200" b="1" i="0">
                <a:solidFill>
                  <a:srgbClr val="21191A"/>
                </a:solidFill>
              </a:defRPr>
            </a:lvl4pPr>
            <a:lvl5pPr algn="l">
              <a:defRPr sz="1200" b="1" i="0">
                <a:solidFill>
                  <a:srgbClr val="21191A"/>
                </a:solidFill>
              </a:defRPr>
            </a:lvl5pPr>
            <a:lvl6pPr algn="l">
              <a:defRPr sz="1200" b="1" i="0">
                <a:solidFill>
                  <a:srgbClr val="21191A"/>
                </a:solidFill>
              </a:defRPr>
            </a:lvl6pPr>
            <a:lvl7pPr algn="l">
              <a:defRPr sz="1200" b="1" i="0">
                <a:solidFill>
                  <a:srgbClr val="21191A"/>
                </a:solidFill>
              </a:defRPr>
            </a:lvl7pPr>
            <a:lvl8pPr algn="l">
              <a:defRPr sz="1200" b="1" i="0">
                <a:solidFill>
                  <a:srgbClr val="21191A"/>
                </a:solidFill>
              </a:defRPr>
            </a:lvl8pPr>
            <a:lvl9pPr algn="l">
              <a:defRPr sz="1200" b="1" i="0">
                <a:solidFill>
                  <a:srgbClr val="21191A"/>
                </a:solidFill>
              </a:defRPr>
            </a:lvl9pPr>
          </a:lstStyle>
          <a:p>
            <a:pPr algn="l">
              <a:defRPr sz="1200" b="1" i="0">
                <a:solidFill>
                  <a:srgbClr val="21191A"/>
                </a:solidFill>
              </a:defRPr>
            </a:pPr>
            <a:r>
              <a:rPr sz="1200" b="1" i="0">
                <a:solidFill>
                  <a:srgbClr val="21191A"/>
                </a:solidFill>
              </a:rPr>
              <a:t>Random Forest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8954ECA-4F86-4AEC-8829-119B436AF643}"/>
              </a:ext>
            </a:extLst>
          </p:cNvPr>
          <p:cNvSpPr>
            <a:spLocks noGrp="1"/>
          </p:cNvSpPr>
          <p:nvPr/>
        </p:nvSpPr>
        <p:spPr>
          <a:xfrm>
            <a:off x="8453628" y="441007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200 árvores; max_depth=10; balanced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915748D-E661-4496-9B25-ED8AF0D9F177}"/>
              </a:ext>
            </a:extLst>
          </p:cNvPr>
          <p:cNvSpPr>
            <a:spLocks noGrp="1"/>
          </p:cNvSpPr>
          <p:nvPr/>
        </p:nvSpPr>
        <p:spPr>
          <a:xfrm>
            <a:off x="8453628" y="49339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1" i="0">
                <a:solidFill>
                  <a:srgbClr val="21191A"/>
                </a:solidFill>
              </a:defRPr>
            </a:defPPr>
            <a:lvl1pPr algn="l">
              <a:defRPr sz="1200" b="1" i="0">
                <a:solidFill>
                  <a:srgbClr val="21191A"/>
                </a:solidFill>
              </a:defRPr>
            </a:lvl1pPr>
            <a:lvl2pPr algn="l">
              <a:defRPr sz="1200" b="1" i="0">
                <a:solidFill>
                  <a:srgbClr val="21191A"/>
                </a:solidFill>
              </a:defRPr>
            </a:lvl2pPr>
            <a:lvl3pPr algn="l">
              <a:defRPr sz="1200" b="1" i="0">
                <a:solidFill>
                  <a:srgbClr val="21191A"/>
                </a:solidFill>
              </a:defRPr>
            </a:lvl3pPr>
            <a:lvl4pPr algn="l">
              <a:defRPr sz="1200" b="1" i="0">
                <a:solidFill>
                  <a:srgbClr val="21191A"/>
                </a:solidFill>
              </a:defRPr>
            </a:lvl4pPr>
            <a:lvl5pPr algn="l">
              <a:defRPr sz="1200" b="1" i="0">
                <a:solidFill>
                  <a:srgbClr val="21191A"/>
                </a:solidFill>
              </a:defRPr>
            </a:lvl5pPr>
            <a:lvl6pPr algn="l">
              <a:defRPr sz="1200" b="1" i="0">
                <a:solidFill>
                  <a:srgbClr val="21191A"/>
                </a:solidFill>
              </a:defRPr>
            </a:lvl6pPr>
            <a:lvl7pPr algn="l">
              <a:defRPr sz="1200" b="1" i="0">
                <a:solidFill>
                  <a:srgbClr val="21191A"/>
                </a:solidFill>
              </a:defRPr>
            </a:lvl7pPr>
            <a:lvl8pPr algn="l">
              <a:defRPr sz="1200" b="1" i="0">
                <a:solidFill>
                  <a:srgbClr val="21191A"/>
                </a:solidFill>
              </a:defRPr>
            </a:lvl8pPr>
            <a:lvl9pPr algn="l">
              <a:defRPr sz="1200" b="1" i="0">
                <a:solidFill>
                  <a:srgbClr val="21191A"/>
                </a:solidFill>
              </a:defRPr>
            </a:lvl9pPr>
          </a:lstStyle>
          <a:p>
            <a:pPr algn="l">
              <a:defRPr sz="1200" b="1" i="0">
                <a:solidFill>
                  <a:srgbClr val="21191A"/>
                </a:solidFill>
              </a:defRPr>
            </a:pPr>
            <a:r>
              <a:rPr sz="1200" b="1" i="0">
                <a:solidFill>
                  <a:srgbClr val="21191A"/>
                </a:solidFill>
              </a:rPr>
              <a:t>Gaussian NB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4FFE016-5EA2-431D-A67C-A4B52C0EA722}"/>
              </a:ext>
            </a:extLst>
          </p:cNvPr>
          <p:cNvSpPr>
            <a:spLocks noGrp="1"/>
          </p:cNvSpPr>
          <p:nvPr/>
        </p:nvSpPr>
        <p:spPr>
          <a:xfrm>
            <a:off x="8453628" y="51911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var_smoothing=1e−11</a:t>
            </a:r>
          </a:p>
        </p:txBody>
      </p:sp>
    </p:spTree>
    <p:extLst>
      <p:ext uri="{BB962C8B-B14F-4D97-AF65-F5344CB8AC3E}">
        <p14:creationId xmlns:p14="http://schemas.microsoft.com/office/powerpoint/2010/main" val="167567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ECF46C84-410B-414C-90A7-4AF8137E53C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F3B49F9-6627-4512-BDD2-88EE1A3A0517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RESULTADO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D71FD2C-B2C0-4BB0-841F-81C149309296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900" b="1" i="0">
                <a:solidFill>
                  <a:srgbClr val="6B6263"/>
                </a:solidFill>
              </a:defRPr>
            </a:defPPr>
            <a:lvl1pPr algn="r">
              <a:defRPr sz="900" b="1" i="0">
                <a:solidFill>
                  <a:srgbClr val="6B6263"/>
                </a:solidFill>
              </a:defRPr>
            </a:lvl1pPr>
            <a:lvl2pPr algn="r">
              <a:defRPr sz="900" b="1" i="0">
                <a:solidFill>
                  <a:srgbClr val="6B6263"/>
                </a:solidFill>
              </a:defRPr>
            </a:lvl2pPr>
            <a:lvl3pPr algn="r">
              <a:defRPr sz="900" b="1" i="0">
                <a:solidFill>
                  <a:srgbClr val="6B6263"/>
                </a:solidFill>
              </a:defRPr>
            </a:lvl3pPr>
            <a:lvl4pPr algn="r">
              <a:defRPr sz="900" b="1" i="0">
                <a:solidFill>
                  <a:srgbClr val="6B6263"/>
                </a:solidFill>
              </a:defRPr>
            </a:lvl4pPr>
            <a:lvl5pPr algn="r">
              <a:defRPr sz="900" b="1" i="0">
                <a:solidFill>
                  <a:srgbClr val="6B6263"/>
                </a:solidFill>
              </a:defRPr>
            </a:lvl5pPr>
            <a:lvl6pPr algn="r">
              <a:defRPr sz="900" b="1" i="0">
                <a:solidFill>
                  <a:srgbClr val="6B6263"/>
                </a:solidFill>
              </a:defRPr>
            </a:lvl6pPr>
            <a:lvl7pPr algn="r">
              <a:defRPr sz="900" b="1" i="0">
                <a:solidFill>
                  <a:srgbClr val="6B6263"/>
                </a:solidFill>
              </a:defRPr>
            </a:lvl7pPr>
            <a:lvl8pPr algn="r">
              <a:defRPr sz="900" b="1" i="0">
                <a:solidFill>
                  <a:srgbClr val="6B6263"/>
                </a:solidFill>
              </a:defRPr>
            </a:lvl8pPr>
            <a:lvl9pPr algn="r">
              <a:defRPr sz="900" b="1" i="0">
                <a:solidFill>
                  <a:srgbClr val="6B6263"/>
                </a:solidFill>
              </a:defRPr>
            </a:lvl9pPr>
          </a:lstStyle>
          <a:p>
            <a:pPr algn="r">
              <a:defRPr sz="900" b="1" i="0">
                <a:solidFill>
                  <a:srgbClr val="6B6263"/>
                </a:solidFill>
              </a:defRPr>
            </a:pPr>
            <a:r>
              <a:rPr sz="900" b="1" i="0">
                <a:solidFill>
                  <a:srgbClr val="6B6263"/>
                </a:solidFill>
              </a:rPr>
              <a:t>08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54DB81-FE69-4509-A604-EEC0615B04D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3E83B22-8AA6-4F81-96A7-B78D0F2F45F8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DESEMPENHO NO CONJUNTO DE TESTE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10F8578-D9EA-4B77-8BA0-806F3B3B93E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O Random Forest alcança o melhor F1 e a maior ROC-AUC, enquanto o KNN tem a maior acurácia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775A028-E385-4859-A4FD-6CD4B28775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020422"/>
              </p:ext>
            </p:extLst>
          </p:nvPr>
        </p:nvGraphicFramePr>
        <p:xfrm>
          <a:off x="609600" y="2009775"/>
          <a:ext cx="10572750" cy="21145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25" b="1" dirty="0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Acurácia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Precisão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Random Forest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E7C6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88,65%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57,89%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68,75%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62,86%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90,86%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KNN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90,39%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72,73%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50,00%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59,26%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85,25%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Gaussian Naive Bayes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84,28%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45,24%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59,38%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51,35%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81,04%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Regressão Logística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79,48%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36,84%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65,62%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47,19%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85,03%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5DB50550-AB81-4D90-9F10-68B8DFCB39A1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1057275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0A6F13C-D372-4ED1-98E6-B77F1F7ADAEE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1" i="0">
                <a:solidFill>
                  <a:srgbClr val="6E1E31"/>
                </a:solidFill>
              </a:defRPr>
            </a:defPPr>
            <a:lvl1pPr algn="l">
              <a:defRPr sz="1275" b="1" i="0">
                <a:solidFill>
                  <a:srgbClr val="6E1E31"/>
                </a:solidFill>
              </a:defRPr>
            </a:lvl1pPr>
            <a:lvl2pPr algn="l">
              <a:defRPr sz="1275" b="1" i="0">
                <a:solidFill>
                  <a:srgbClr val="6E1E31"/>
                </a:solidFill>
              </a:defRPr>
            </a:lvl2pPr>
            <a:lvl3pPr algn="l">
              <a:defRPr sz="1275" b="1" i="0">
                <a:solidFill>
                  <a:srgbClr val="6E1E31"/>
                </a:solidFill>
              </a:defRPr>
            </a:lvl3pPr>
            <a:lvl4pPr algn="l">
              <a:defRPr sz="1275" b="1" i="0">
                <a:solidFill>
                  <a:srgbClr val="6E1E31"/>
                </a:solidFill>
              </a:defRPr>
            </a:lvl4pPr>
            <a:lvl5pPr algn="l">
              <a:defRPr sz="1275" b="1" i="0">
                <a:solidFill>
                  <a:srgbClr val="6E1E31"/>
                </a:solidFill>
              </a:defRPr>
            </a:lvl5pPr>
            <a:lvl6pPr algn="l">
              <a:defRPr sz="1275" b="1" i="0">
                <a:solidFill>
                  <a:srgbClr val="6E1E31"/>
                </a:solidFill>
              </a:defRPr>
            </a:lvl6pPr>
            <a:lvl7pPr algn="l">
              <a:defRPr sz="1275" b="1" i="0">
                <a:solidFill>
                  <a:srgbClr val="6E1E31"/>
                </a:solidFill>
              </a:defRPr>
            </a:lvl7pPr>
            <a:lvl8pPr algn="l">
              <a:defRPr sz="1275" b="1" i="0">
                <a:solidFill>
                  <a:srgbClr val="6E1E31"/>
                </a:solidFill>
              </a:defRPr>
            </a:lvl8pPr>
            <a:lvl9pPr algn="l">
              <a:defRPr sz="1275" b="1" i="0">
                <a:solidFill>
                  <a:srgbClr val="6E1E31"/>
                </a:solidFill>
              </a:defRPr>
            </a:lvl9pPr>
          </a:lstStyle>
          <a:p>
            <a:pPr algn="l">
              <a:defRPr sz="1275" b="1" i="0">
                <a:solidFill>
                  <a:srgbClr val="6E1E31"/>
                </a:solidFill>
              </a:defRPr>
            </a:pPr>
            <a:r>
              <a:rPr sz="1275" b="1" i="0">
                <a:solidFill>
                  <a:srgbClr val="6E1E31"/>
                </a:solidFill>
              </a:rPr>
              <a:t>Leitura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46A616-B9CB-4CEC-A693-2CDCF5EFA60F}"/>
              </a:ext>
            </a:extLst>
          </p:cNvPr>
          <p:cNvSpPr>
            <a:spLocks noGrp="1"/>
          </p:cNvSpPr>
          <p:nvPr/>
        </p:nvSpPr>
        <p:spPr>
          <a:xfrm>
            <a:off x="609600" y="5253037"/>
            <a:ext cx="1042720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 i="0">
                <a:solidFill>
                  <a:srgbClr val="21191A"/>
                </a:solidFill>
              </a:defRPr>
            </a:defPPr>
            <a:lvl1pPr algn="l">
              <a:defRPr sz="1350" b="0" i="0">
                <a:solidFill>
                  <a:srgbClr val="21191A"/>
                </a:solidFill>
              </a:defRPr>
            </a:lvl1pPr>
            <a:lvl2pPr algn="l">
              <a:defRPr sz="1350" b="0" i="0">
                <a:solidFill>
                  <a:srgbClr val="21191A"/>
                </a:solidFill>
              </a:defRPr>
            </a:lvl2pPr>
            <a:lvl3pPr algn="l">
              <a:defRPr sz="1350" b="0" i="0">
                <a:solidFill>
                  <a:srgbClr val="21191A"/>
                </a:solidFill>
              </a:defRPr>
            </a:lvl3pPr>
            <a:lvl4pPr algn="l">
              <a:defRPr sz="1350" b="0" i="0">
                <a:solidFill>
                  <a:srgbClr val="21191A"/>
                </a:solidFill>
              </a:defRPr>
            </a:lvl4pPr>
            <a:lvl5pPr algn="l">
              <a:defRPr sz="1350" b="0" i="0">
                <a:solidFill>
                  <a:srgbClr val="21191A"/>
                </a:solidFill>
              </a:defRPr>
            </a:lvl5pPr>
            <a:lvl6pPr algn="l">
              <a:defRPr sz="1350" b="0" i="0">
                <a:solidFill>
                  <a:srgbClr val="21191A"/>
                </a:solidFill>
              </a:defRPr>
            </a:lvl6pPr>
            <a:lvl7pPr algn="l">
              <a:defRPr sz="1350" b="0" i="0">
                <a:solidFill>
                  <a:srgbClr val="21191A"/>
                </a:solidFill>
              </a:defRPr>
            </a:lvl7pPr>
            <a:lvl8pPr algn="l">
              <a:defRPr sz="1350" b="0" i="0">
                <a:solidFill>
                  <a:srgbClr val="21191A"/>
                </a:solidFill>
              </a:defRPr>
            </a:lvl8pPr>
            <a:lvl9pPr algn="l">
              <a:defRPr sz="1350" b="0" i="0">
                <a:solidFill>
                  <a:srgbClr val="21191A"/>
                </a:solidFill>
              </a:defRPr>
            </a:lvl9pPr>
          </a:lstStyle>
          <a:p>
            <a:pPr algn="l">
              <a:defRPr sz="1350" b="0" i="0">
                <a:solidFill>
                  <a:srgbClr val="21191A"/>
                </a:solidFill>
              </a:defRPr>
            </a:pPr>
            <a:r>
              <a:rPr sz="1200" b="0" i="0" dirty="0">
                <a:solidFill>
                  <a:srgbClr val="21191A"/>
                </a:solidFill>
              </a:rPr>
              <a:t>A </a:t>
            </a:r>
            <a:r>
              <a:rPr sz="1200" b="0" i="0" dirty="0" err="1">
                <a:solidFill>
                  <a:srgbClr val="21191A"/>
                </a:solidFill>
              </a:rPr>
              <a:t>acurácia</a:t>
            </a:r>
            <a:r>
              <a:rPr sz="1200" b="0" i="0" dirty="0">
                <a:solidFill>
                  <a:srgbClr val="21191A"/>
                </a:solidFill>
              </a:rPr>
              <a:t> </a:t>
            </a:r>
            <a:r>
              <a:rPr sz="1200" b="0" i="0" dirty="0" err="1">
                <a:solidFill>
                  <a:srgbClr val="21191A"/>
                </a:solidFill>
              </a:rPr>
              <a:t>isolada</a:t>
            </a:r>
            <a:r>
              <a:rPr sz="1200" b="0" i="0" dirty="0">
                <a:solidFill>
                  <a:srgbClr val="21191A"/>
                </a:solidFill>
              </a:rPr>
              <a:t> </a:t>
            </a:r>
            <a:r>
              <a:rPr sz="1200" b="0" i="0" dirty="0" err="1">
                <a:solidFill>
                  <a:srgbClr val="21191A"/>
                </a:solidFill>
              </a:rPr>
              <a:t>favorece</a:t>
            </a:r>
            <a:r>
              <a:rPr sz="1200" b="0" i="0" dirty="0">
                <a:solidFill>
                  <a:srgbClr val="21191A"/>
                </a:solidFill>
              </a:rPr>
              <a:t> o KNN, mas o Random Forest </a:t>
            </a:r>
            <a:r>
              <a:rPr sz="1200" b="0" i="0" dirty="0" err="1">
                <a:solidFill>
                  <a:srgbClr val="21191A"/>
                </a:solidFill>
              </a:rPr>
              <a:t>encontra</a:t>
            </a:r>
            <a:r>
              <a:rPr sz="1200" b="0" i="0" dirty="0">
                <a:solidFill>
                  <a:srgbClr val="21191A"/>
                </a:solidFill>
              </a:rPr>
              <a:t> 22 dos 32 vinhos de </a:t>
            </a:r>
            <a:r>
              <a:rPr sz="1200" b="0" i="0" dirty="0" err="1">
                <a:solidFill>
                  <a:srgbClr val="21191A"/>
                </a:solidFill>
              </a:rPr>
              <a:t>alta</a:t>
            </a:r>
            <a:r>
              <a:rPr sz="1200" b="0" i="0" dirty="0">
                <a:solidFill>
                  <a:srgbClr val="21191A"/>
                </a:solidFill>
              </a:rPr>
              <a:t> </a:t>
            </a:r>
            <a:r>
              <a:rPr sz="1200" b="0" i="0" dirty="0" err="1">
                <a:solidFill>
                  <a:srgbClr val="21191A"/>
                </a:solidFill>
              </a:rPr>
              <a:t>qualidade</a:t>
            </a:r>
            <a:r>
              <a:rPr sz="1200" b="0" i="0" dirty="0">
                <a:solidFill>
                  <a:srgbClr val="21191A"/>
                </a:solidFill>
              </a:rPr>
              <a:t> no teste, contra 16 do KNN.</a:t>
            </a:r>
          </a:p>
        </p:txBody>
      </p:sp>
    </p:spTree>
    <p:extLst>
      <p:ext uri="{BB962C8B-B14F-4D97-AF65-F5344CB8AC3E}">
        <p14:creationId xmlns:p14="http://schemas.microsoft.com/office/powerpoint/2010/main" val="1215359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81AA0CEE-2288-48E0-A941-2D368BC2356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1D02BB9-9D44-4927-AF6F-51D5A1566E0F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DIAGNÓSTICO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F6D7DEC-61D0-46FE-BDF5-02027971EBD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EBC68FE-7758-484A-862C-B7D39AB78386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2865120" cy="1207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MATRIZES DE CONFUSÃO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44C44C-8F10-4F63-A5DF-973D0EF1CC9C}"/>
              </a:ext>
            </a:extLst>
          </p:cNvPr>
          <p:cNvSpPr>
            <a:spLocks noGrp="1"/>
          </p:cNvSpPr>
          <p:nvPr/>
        </p:nvSpPr>
        <p:spPr>
          <a:xfrm>
            <a:off x="609600" y="2007108"/>
            <a:ext cx="3048000" cy="8141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 dirty="0">
                <a:solidFill>
                  <a:srgbClr val="6B6263"/>
                </a:solidFill>
              </a:rPr>
              <a:t>Conjunto de teste com 197 vinhos de </a:t>
            </a:r>
            <a:r>
              <a:rPr sz="1200" b="0" i="0" dirty="0" err="1">
                <a:solidFill>
                  <a:srgbClr val="6B6263"/>
                </a:solidFill>
              </a:rPr>
              <a:t>baixa</a:t>
            </a:r>
            <a:r>
              <a:rPr sz="1200" b="0" i="0" dirty="0">
                <a:solidFill>
                  <a:srgbClr val="6B6263"/>
                </a:solidFill>
              </a:rPr>
              <a:t>/</a:t>
            </a:r>
            <a:r>
              <a:rPr sz="1200" b="0" i="0" dirty="0" err="1">
                <a:solidFill>
                  <a:srgbClr val="6B6263"/>
                </a:solidFill>
              </a:rPr>
              <a:t>média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qualidade</a:t>
            </a:r>
            <a:r>
              <a:rPr sz="1200" b="0" i="0" dirty="0">
                <a:solidFill>
                  <a:srgbClr val="6B6263"/>
                </a:solidFill>
              </a:rPr>
              <a:t> e 32 vinhos de </a:t>
            </a:r>
            <a:r>
              <a:rPr sz="1200" b="0" i="0" dirty="0" err="1">
                <a:solidFill>
                  <a:srgbClr val="6B6263"/>
                </a:solidFill>
              </a:rPr>
              <a:t>alta</a:t>
            </a:r>
            <a:r>
              <a:rPr sz="1200" b="0" i="0" dirty="0">
                <a:solidFill>
                  <a:srgbClr val="6B6263"/>
                </a:solidFill>
              </a:rPr>
              <a:t> </a:t>
            </a:r>
            <a:r>
              <a:rPr sz="1200" b="0" i="0" dirty="0" err="1">
                <a:solidFill>
                  <a:srgbClr val="6B6263"/>
                </a:solidFill>
              </a:rPr>
              <a:t>qualidade</a:t>
            </a:r>
            <a:endParaRPr sz="1200" b="0" i="0" dirty="0">
              <a:solidFill>
                <a:srgbClr val="6B6263"/>
              </a:solidFill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BAFD06E-AF30-66CB-1CB3-ED51FE173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998" y="204355"/>
            <a:ext cx="7072115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48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6EC8926A-69B6-4278-83A9-8D16764E6E3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C8F2B5C-F54C-4912-B699-065DDEA1D49C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INTERPRETABILIDADE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F0D34A1-9238-49D8-B5F6-2083E4BA5A7B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900" b="1" i="0">
                <a:solidFill>
                  <a:srgbClr val="6B6263"/>
                </a:solidFill>
              </a:defRPr>
            </a:defPPr>
            <a:lvl1pPr algn="r">
              <a:defRPr sz="900" b="1" i="0">
                <a:solidFill>
                  <a:srgbClr val="6B6263"/>
                </a:solidFill>
              </a:defRPr>
            </a:lvl1pPr>
            <a:lvl2pPr algn="r">
              <a:defRPr sz="900" b="1" i="0">
                <a:solidFill>
                  <a:srgbClr val="6B6263"/>
                </a:solidFill>
              </a:defRPr>
            </a:lvl2pPr>
            <a:lvl3pPr algn="r">
              <a:defRPr sz="900" b="1" i="0">
                <a:solidFill>
                  <a:srgbClr val="6B6263"/>
                </a:solidFill>
              </a:defRPr>
            </a:lvl3pPr>
            <a:lvl4pPr algn="r">
              <a:defRPr sz="900" b="1" i="0">
                <a:solidFill>
                  <a:srgbClr val="6B6263"/>
                </a:solidFill>
              </a:defRPr>
            </a:lvl4pPr>
            <a:lvl5pPr algn="r">
              <a:defRPr sz="900" b="1" i="0">
                <a:solidFill>
                  <a:srgbClr val="6B6263"/>
                </a:solidFill>
              </a:defRPr>
            </a:lvl5pPr>
            <a:lvl6pPr algn="r">
              <a:defRPr sz="900" b="1" i="0">
                <a:solidFill>
                  <a:srgbClr val="6B6263"/>
                </a:solidFill>
              </a:defRPr>
            </a:lvl6pPr>
            <a:lvl7pPr algn="r">
              <a:defRPr sz="900" b="1" i="0">
                <a:solidFill>
                  <a:srgbClr val="6B6263"/>
                </a:solidFill>
              </a:defRPr>
            </a:lvl7pPr>
            <a:lvl8pPr algn="r">
              <a:defRPr sz="900" b="1" i="0">
                <a:solidFill>
                  <a:srgbClr val="6B6263"/>
                </a:solidFill>
              </a:defRPr>
            </a:lvl8pPr>
            <a:lvl9pPr algn="r">
              <a:defRPr sz="900" b="1" i="0">
                <a:solidFill>
                  <a:srgbClr val="6B6263"/>
                </a:solidFill>
              </a:defRPr>
            </a:lvl9pPr>
          </a:lstStyle>
          <a:p>
            <a:pPr algn="r">
              <a:defRPr sz="900" b="1" i="0">
                <a:solidFill>
                  <a:srgbClr val="6B6263"/>
                </a:solidFill>
              </a:defRPr>
            </a:pPr>
            <a:r>
              <a:rPr sz="900" b="1" i="0">
                <a:solidFill>
                  <a:srgbClr val="6B6263"/>
                </a:solidFill>
              </a:rPr>
              <a:t>10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29E60B-9F5B-4C5A-B20F-F294A3A8083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D2D52D-4303-4074-97B5-B57F6A1EDB4E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IMPORTÂNCIA DAS VARIÁVEIS NO RANDOM FOREST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3D2EBEC-309B-4F53-BAD0-433E89D5609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O teor alcoólico lidera. As quatro principais variáveis somam aproximadamente 62% da importância do modelo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EF9ECBBF-6E6F-480B-9F40-36F5ACB529BF}"/>
              </a:ext>
            </a:extLst>
          </p:cNvPr>
          <p:cNvGraphicFramePr/>
          <p:nvPr/>
        </p:nvGraphicFramePr>
        <p:xfrm>
          <a:off x="609600" y="1924050"/>
          <a:ext cx="7200900" cy="3981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EC5E4E7C-D46A-4D3E-9CBC-85259F955CF1}"/>
              </a:ext>
            </a:extLst>
          </p:cNvPr>
          <p:cNvSpPr>
            <a:spLocks noGrp="1"/>
          </p:cNvSpPr>
          <p:nvPr/>
        </p:nvSpPr>
        <p:spPr>
          <a:xfrm>
            <a:off x="8534400" y="1962150"/>
            <a:ext cx="9525" cy="3524250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731E770-3078-4AB3-920D-0982F865C89D}"/>
              </a:ext>
            </a:extLst>
          </p:cNvPr>
          <p:cNvSpPr>
            <a:spLocks noGrp="1"/>
          </p:cNvSpPr>
          <p:nvPr/>
        </p:nvSpPr>
        <p:spPr>
          <a:xfrm>
            <a:off x="9105900" y="21717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6E1E31"/>
                </a:solidFill>
              </a:defRPr>
            </a:defPPr>
            <a:lvl1pPr algn="l">
              <a:defRPr sz="2850" b="1" i="0">
                <a:solidFill>
                  <a:srgbClr val="6E1E31"/>
                </a:solidFill>
              </a:defRPr>
            </a:lvl1pPr>
            <a:lvl2pPr algn="l">
              <a:defRPr sz="2850" b="1" i="0">
                <a:solidFill>
                  <a:srgbClr val="6E1E31"/>
                </a:solidFill>
              </a:defRPr>
            </a:lvl2pPr>
            <a:lvl3pPr algn="l">
              <a:defRPr sz="2850" b="1" i="0">
                <a:solidFill>
                  <a:srgbClr val="6E1E31"/>
                </a:solidFill>
              </a:defRPr>
            </a:lvl3pPr>
            <a:lvl4pPr algn="l">
              <a:defRPr sz="2850" b="1" i="0">
                <a:solidFill>
                  <a:srgbClr val="6E1E31"/>
                </a:solidFill>
              </a:defRPr>
            </a:lvl4pPr>
            <a:lvl5pPr algn="l">
              <a:defRPr sz="2850" b="1" i="0">
                <a:solidFill>
                  <a:srgbClr val="6E1E31"/>
                </a:solidFill>
              </a:defRPr>
            </a:lvl5pPr>
            <a:lvl6pPr algn="l">
              <a:defRPr sz="2850" b="1" i="0">
                <a:solidFill>
                  <a:srgbClr val="6E1E31"/>
                </a:solidFill>
              </a:defRPr>
            </a:lvl6pPr>
            <a:lvl7pPr algn="l">
              <a:defRPr sz="2850" b="1" i="0">
                <a:solidFill>
                  <a:srgbClr val="6E1E31"/>
                </a:solidFill>
              </a:defRPr>
            </a:lvl7pPr>
            <a:lvl8pPr algn="l">
              <a:defRPr sz="2850" b="1" i="0">
                <a:solidFill>
                  <a:srgbClr val="6E1E31"/>
                </a:solidFill>
              </a:defRPr>
            </a:lvl8pPr>
            <a:lvl9pPr algn="l">
              <a:defRPr sz="2850" b="1" i="0">
                <a:solidFill>
                  <a:srgbClr val="6E1E31"/>
                </a:solidFill>
              </a:defRPr>
            </a:lvl9pPr>
          </a:lstStyle>
          <a:p>
            <a:pPr algn="l">
              <a:defRPr sz="2850" b="1" i="0">
                <a:solidFill>
                  <a:srgbClr val="6E1E31"/>
                </a:solidFill>
              </a:defRPr>
            </a:pPr>
            <a:r>
              <a:rPr sz="2850" b="1" i="0">
                <a:solidFill>
                  <a:srgbClr val="6E1E31"/>
                </a:solidFill>
              </a:rPr>
              <a:t>23%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282750-F605-4981-935A-28230635FCE9}"/>
              </a:ext>
            </a:extLst>
          </p:cNvPr>
          <p:cNvSpPr>
            <a:spLocks noGrp="1"/>
          </p:cNvSpPr>
          <p:nvPr/>
        </p:nvSpPr>
        <p:spPr>
          <a:xfrm>
            <a:off x="9105900" y="27241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álcool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5152432-D1EE-446D-9206-F24E0E4EED22}"/>
              </a:ext>
            </a:extLst>
          </p:cNvPr>
          <p:cNvSpPr>
            <a:spLocks noGrp="1"/>
          </p:cNvSpPr>
          <p:nvPr/>
        </p:nvSpPr>
        <p:spPr>
          <a:xfrm>
            <a:off x="9105900" y="36957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BF8B45"/>
                </a:solidFill>
              </a:defRPr>
            </a:defPPr>
            <a:lvl1pPr algn="l">
              <a:defRPr sz="2850" b="1" i="0">
                <a:solidFill>
                  <a:srgbClr val="BF8B45"/>
                </a:solidFill>
              </a:defRPr>
            </a:lvl1pPr>
            <a:lvl2pPr algn="l">
              <a:defRPr sz="2850" b="1" i="0">
                <a:solidFill>
                  <a:srgbClr val="BF8B45"/>
                </a:solidFill>
              </a:defRPr>
            </a:lvl2pPr>
            <a:lvl3pPr algn="l">
              <a:defRPr sz="2850" b="1" i="0">
                <a:solidFill>
                  <a:srgbClr val="BF8B45"/>
                </a:solidFill>
              </a:defRPr>
            </a:lvl3pPr>
            <a:lvl4pPr algn="l">
              <a:defRPr sz="2850" b="1" i="0">
                <a:solidFill>
                  <a:srgbClr val="BF8B45"/>
                </a:solidFill>
              </a:defRPr>
            </a:lvl4pPr>
            <a:lvl5pPr algn="l">
              <a:defRPr sz="2850" b="1" i="0">
                <a:solidFill>
                  <a:srgbClr val="BF8B45"/>
                </a:solidFill>
              </a:defRPr>
            </a:lvl5pPr>
            <a:lvl6pPr algn="l">
              <a:defRPr sz="2850" b="1" i="0">
                <a:solidFill>
                  <a:srgbClr val="BF8B45"/>
                </a:solidFill>
              </a:defRPr>
            </a:lvl6pPr>
            <a:lvl7pPr algn="l">
              <a:defRPr sz="2850" b="1" i="0">
                <a:solidFill>
                  <a:srgbClr val="BF8B45"/>
                </a:solidFill>
              </a:defRPr>
            </a:lvl7pPr>
            <a:lvl8pPr algn="l">
              <a:defRPr sz="2850" b="1" i="0">
                <a:solidFill>
                  <a:srgbClr val="BF8B45"/>
                </a:solidFill>
              </a:defRPr>
            </a:lvl8pPr>
            <a:lvl9pPr algn="l">
              <a:defRPr sz="2850" b="1" i="0">
                <a:solidFill>
                  <a:srgbClr val="BF8B45"/>
                </a:solidFill>
              </a:defRPr>
            </a:lvl9pPr>
          </a:lstStyle>
          <a:p>
            <a:pPr algn="l">
              <a:defRPr sz="2850" b="1" i="0">
                <a:solidFill>
                  <a:srgbClr val="BF8B45"/>
                </a:solidFill>
              </a:defRPr>
            </a:pPr>
            <a:r>
              <a:rPr sz="2850" b="1" i="0">
                <a:solidFill>
                  <a:srgbClr val="BF8B45"/>
                </a:solidFill>
              </a:rPr>
              <a:t>62%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E1085CB-49F6-4A26-BB36-876909858D94}"/>
              </a:ext>
            </a:extLst>
          </p:cNvPr>
          <p:cNvSpPr>
            <a:spLocks noGrp="1"/>
          </p:cNvSpPr>
          <p:nvPr/>
        </p:nvSpPr>
        <p:spPr>
          <a:xfrm>
            <a:off x="9105900" y="42481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quatro variáveis principais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8FF2EA0-D996-4471-B7C7-22A8187CCFEC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Em ordem: álcool, sulfatos, ácido cítrico e acidez volátil.</a:t>
            </a:r>
          </a:p>
        </p:txBody>
      </p:sp>
    </p:spTree>
    <p:extLst>
      <p:ext uri="{BB962C8B-B14F-4D97-AF65-F5344CB8AC3E}">
        <p14:creationId xmlns:p14="http://schemas.microsoft.com/office/powerpoint/2010/main" val="780515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AC9F6873-E9D2-428C-B69D-485F57AF25B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D536223-FEAE-41D9-B1E9-A8BADB529712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00" b="1">
                <a:solidFill>
                  <a:srgbClr val="6E1E31"/>
                </a:solidFill>
              </a:defRPr>
            </a:defPPr>
            <a:lvl1pPr algn="l">
              <a:defRPr sz="900" b="1">
                <a:solidFill>
                  <a:srgbClr val="6E1E31"/>
                </a:solidFill>
              </a:defRPr>
            </a:lvl1pPr>
            <a:lvl2pPr algn="l">
              <a:defRPr sz="900" b="1">
                <a:solidFill>
                  <a:srgbClr val="6E1E31"/>
                </a:solidFill>
              </a:defRPr>
            </a:lvl2pPr>
            <a:lvl3pPr algn="l">
              <a:defRPr sz="900" b="1">
                <a:solidFill>
                  <a:srgbClr val="6E1E31"/>
                </a:solidFill>
              </a:defRPr>
            </a:lvl3pPr>
            <a:lvl4pPr algn="l">
              <a:defRPr sz="900" b="1">
                <a:solidFill>
                  <a:srgbClr val="6E1E31"/>
                </a:solidFill>
              </a:defRPr>
            </a:lvl4pPr>
            <a:lvl5pPr algn="l">
              <a:defRPr sz="900" b="1">
                <a:solidFill>
                  <a:srgbClr val="6E1E31"/>
                </a:solidFill>
              </a:defRPr>
            </a:lvl5pPr>
            <a:lvl6pPr algn="l">
              <a:defRPr sz="900" b="1">
                <a:solidFill>
                  <a:srgbClr val="6E1E31"/>
                </a:solidFill>
              </a:defRPr>
            </a:lvl6pPr>
            <a:lvl7pPr algn="l">
              <a:defRPr sz="900" b="1">
                <a:solidFill>
                  <a:srgbClr val="6E1E31"/>
                </a:solidFill>
              </a:defRPr>
            </a:lvl7pPr>
            <a:lvl8pPr algn="l">
              <a:defRPr sz="900" b="1">
                <a:solidFill>
                  <a:srgbClr val="6E1E31"/>
                </a:solidFill>
              </a:defRPr>
            </a:lvl8pPr>
            <a:lvl9pPr algn="l">
              <a:defRPr sz="900" b="1">
                <a:solidFill>
                  <a:srgbClr val="6E1E31"/>
                </a:solidFill>
              </a:defRPr>
            </a:lvl9pPr>
          </a:lstStyle>
          <a:p>
            <a:pPr algn="l">
              <a:defRPr sz="900" b="1">
                <a:solidFill>
                  <a:srgbClr val="6E1E31"/>
                </a:solidFill>
              </a:defRPr>
            </a:pPr>
            <a:r>
              <a:rPr sz="900" b="1">
                <a:solidFill>
                  <a:srgbClr val="6E1E31"/>
                </a:solidFill>
              </a:rPr>
              <a:t>ENSEMBLE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60274F-D3CD-417B-A3F6-4E56DB3C3A1D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00" b="1">
                <a:solidFill>
                  <a:srgbClr val="6B6263"/>
                </a:solidFill>
              </a:defRPr>
            </a:defPPr>
            <a:lvl1pPr algn="r">
              <a:defRPr sz="900" b="1">
                <a:solidFill>
                  <a:srgbClr val="6B6263"/>
                </a:solidFill>
              </a:defRPr>
            </a:lvl1pPr>
            <a:lvl2pPr algn="r">
              <a:defRPr sz="900" b="1">
                <a:solidFill>
                  <a:srgbClr val="6B6263"/>
                </a:solidFill>
              </a:defRPr>
            </a:lvl2pPr>
            <a:lvl3pPr algn="r">
              <a:defRPr sz="900" b="1">
                <a:solidFill>
                  <a:srgbClr val="6B6263"/>
                </a:solidFill>
              </a:defRPr>
            </a:lvl3pPr>
            <a:lvl4pPr algn="r">
              <a:defRPr sz="900" b="1">
                <a:solidFill>
                  <a:srgbClr val="6B6263"/>
                </a:solidFill>
              </a:defRPr>
            </a:lvl4pPr>
            <a:lvl5pPr algn="r">
              <a:defRPr sz="900" b="1">
                <a:solidFill>
                  <a:srgbClr val="6B6263"/>
                </a:solidFill>
              </a:defRPr>
            </a:lvl5pPr>
            <a:lvl6pPr algn="r">
              <a:defRPr sz="900" b="1">
                <a:solidFill>
                  <a:srgbClr val="6B6263"/>
                </a:solidFill>
              </a:defRPr>
            </a:lvl6pPr>
            <a:lvl7pPr algn="r">
              <a:defRPr sz="900" b="1">
                <a:solidFill>
                  <a:srgbClr val="6B6263"/>
                </a:solidFill>
              </a:defRPr>
            </a:lvl7pPr>
            <a:lvl8pPr algn="r">
              <a:defRPr sz="900" b="1">
                <a:solidFill>
                  <a:srgbClr val="6B6263"/>
                </a:solidFill>
              </a:defRPr>
            </a:lvl8pPr>
            <a:lvl9pPr algn="r">
              <a:defRPr sz="900" b="1">
                <a:solidFill>
                  <a:srgbClr val="6B6263"/>
                </a:solidFill>
              </a:defRPr>
            </a:lvl9pPr>
          </a:lstStyle>
          <a:p>
            <a:pPr algn="r">
              <a:defRPr sz="900" b="1">
                <a:solidFill>
                  <a:srgbClr val="6B6263"/>
                </a:solidFill>
              </a:defRPr>
            </a:pPr>
            <a:r>
              <a:rPr sz="900" b="1">
                <a:solidFill>
                  <a:srgbClr val="6B6263"/>
                </a:solidFill>
              </a:rPr>
              <a:t>11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40F5D00-8AF5-40B9-9B1E-505C68D6655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54ED70-F631-4E68-8CF5-84C2C944FB0C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325" b="1">
                <a:solidFill>
                  <a:srgbClr val="21191A"/>
                </a:solidFill>
              </a:defRPr>
            </a:defPPr>
            <a:lvl1pPr algn="l">
              <a:defRPr sz="2325" b="1">
                <a:solidFill>
                  <a:srgbClr val="21191A"/>
                </a:solidFill>
              </a:defRPr>
            </a:lvl1pPr>
            <a:lvl2pPr algn="l">
              <a:defRPr sz="2325" b="1">
                <a:solidFill>
                  <a:srgbClr val="21191A"/>
                </a:solidFill>
              </a:defRPr>
            </a:lvl2pPr>
            <a:lvl3pPr algn="l">
              <a:defRPr sz="2325" b="1">
                <a:solidFill>
                  <a:srgbClr val="21191A"/>
                </a:solidFill>
              </a:defRPr>
            </a:lvl3pPr>
            <a:lvl4pPr algn="l">
              <a:defRPr sz="2325" b="1">
                <a:solidFill>
                  <a:srgbClr val="21191A"/>
                </a:solidFill>
              </a:defRPr>
            </a:lvl4pPr>
            <a:lvl5pPr algn="l">
              <a:defRPr sz="2325" b="1">
                <a:solidFill>
                  <a:srgbClr val="21191A"/>
                </a:solidFill>
              </a:defRPr>
            </a:lvl5pPr>
            <a:lvl6pPr algn="l">
              <a:defRPr sz="2325" b="1">
                <a:solidFill>
                  <a:srgbClr val="21191A"/>
                </a:solidFill>
              </a:defRPr>
            </a:lvl6pPr>
            <a:lvl7pPr algn="l">
              <a:defRPr sz="2325" b="1">
                <a:solidFill>
                  <a:srgbClr val="21191A"/>
                </a:solidFill>
              </a:defRPr>
            </a:lvl7pPr>
            <a:lvl8pPr algn="l">
              <a:defRPr sz="2325" b="1">
                <a:solidFill>
                  <a:srgbClr val="21191A"/>
                </a:solidFill>
              </a:defRPr>
            </a:lvl8pPr>
            <a:lvl9pPr algn="l">
              <a:defRPr sz="2325" b="1">
                <a:solidFill>
                  <a:srgbClr val="21191A"/>
                </a:solidFill>
              </a:defRPr>
            </a:lvl9pPr>
          </a:lstStyle>
          <a:p>
            <a:pPr algn="l">
              <a:defRPr sz="2325" b="1">
                <a:solidFill>
                  <a:srgbClr val="21191A"/>
                </a:solidFill>
              </a:defRPr>
            </a:pPr>
            <a:r>
              <a:rPr sz="2325" b="1">
                <a:solidFill>
                  <a:srgbClr val="21191A"/>
                </a:solidFill>
              </a:rPr>
              <a:t>Hipótese de ensemble: combinar modelos melhora a classificação?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4DA0838-DAA2-4604-BADF-D58FA87DB92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6B6263"/>
                </a:solidFill>
              </a:defRPr>
            </a:defPPr>
            <a:lvl1pPr algn="l">
              <a:defRPr sz="1200" b="0">
                <a:solidFill>
                  <a:srgbClr val="6B6263"/>
                </a:solidFill>
              </a:defRPr>
            </a:lvl1pPr>
            <a:lvl2pPr algn="l">
              <a:defRPr sz="1200" b="0">
                <a:solidFill>
                  <a:srgbClr val="6B6263"/>
                </a:solidFill>
              </a:defRPr>
            </a:lvl2pPr>
            <a:lvl3pPr algn="l">
              <a:defRPr sz="1200" b="0">
                <a:solidFill>
                  <a:srgbClr val="6B6263"/>
                </a:solidFill>
              </a:defRPr>
            </a:lvl3pPr>
            <a:lvl4pPr algn="l">
              <a:defRPr sz="1200" b="0">
                <a:solidFill>
                  <a:srgbClr val="6B6263"/>
                </a:solidFill>
              </a:defRPr>
            </a:lvl4pPr>
            <a:lvl5pPr algn="l">
              <a:defRPr sz="1200" b="0">
                <a:solidFill>
                  <a:srgbClr val="6B6263"/>
                </a:solidFill>
              </a:defRPr>
            </a:lvl5pPr>
            <a:lvl6pPr algn="l">
              <a:defRPr sz="1200" b="0">
                <a:solidFill>
                  <a:srgbClr val="6B6263"/>
                </a:solidFill>
              </a:defRPr>
            </a:lvl6pPr>
            <a:lvl7pPr algn="l">
              <a:defRPr sz="1200" b="0">
                <a:solidFill>
                  <a:srgbClr val="6B6263"/>
                </a:solidFill>
              </a:defRPr>
            </a:lvl7pPr>
            <a:lvl8pPr algn="l">
              <a:defRPr sz="1200" b="0">
                <a:solidFill>
                  <a:srgbClr val="6B6263"/>
                </a:solidFill>
              </a:defRPr>
            </a:lvl8pPr>
            <a:lvl9pPr algn="l">
              <a:defRPr sz="1200" b="0">
                <a:solidFill>
                  <a:srgbClr val="6B6263"/>
                </a:solidFill>
              </a:defRPr>
            </a:lvl9pPr>
          </a:lstStyle>
          <a:p>
            <a:pPr algn="l">
              <a:defRPr sz="1200" b="0">
                <a:solidFill>
                  <a:srgbClr val="6B6263"/>
                </a:solidFill>
              </a:defRPr>
            </a:pPr>
            <a:r>
              <a:rPr sz="1200" b="0">
                <a:solidFill>
                  <a:srgbClr val="6B6263"/>
                </a:solidFill>
              </a:rPr>
              <a:t>Foram testadas combinações por soft voting e comparadas no mesmo conjunto de teste.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FFD6E3C-45DC-4045-9843-F82C6FF12A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0481545"/>
              </p:ext>
            </p:extLst>
          </p:nvPr>
        </p:nvGraphicFramePr>
        <p:xfrm>
          <a:off x="609600" y="2047875"/>
          <a:ext cx="10972800" cy="2590800"/>
        </p:xfrm>
        <a:graphic>
          <a:graphicData uri="http://schemas.openxmlformats.org/drawingml/2006/table">
            <a:tbl>
              <a:tblPr/>
              <a:tblGrid>
                <a:gridCol w="28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Acurácia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Precisão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classe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classe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classe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>
                      <a:solidFill>
                        <a:srgbClr val="D9D2D1"/>
                      </a:solidFill>
                      <a:prstDash val="soli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421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21191A"/>
                          </a:solidFill>
                        </a:rPr>
                        <a:t>Random Forest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dirty="0">
                          <a:solidFill>
                            <a:srgbClr val="21191A"/>
                          </a:solidFill>
                        </a:rPr>
                        <a:t>0,8865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21191A"/>
                          </a:solidFill>
                        </a:rPr>
                        <a:t>0,5789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21191A"/>
                          </a:solidFill>
                        </a:rPr>
                        <a:t>0,6875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E1E31"/>
                          </a:solidFill>
                        </a:rPr>
                        <a:t>0,6286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E1E31"/>
                          </a:solidFill>
                        </a:rPr>
                        <a:t>0,9086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2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Voting KNN + RF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0,9039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0,6923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0,5625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0,6207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0,9042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Voting - Todos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0,9039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0,7083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0,5312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0,6071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0,8948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B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1191A"/>
                          </a:solidFill>
                        </a:rPr>
                        <a:t>Voting sem Bayes</a:t>
                      </a:r>
                    </a:p>
                  </a:txBody>
                  <a:tcPr anchor="ctr">
                    <a:lnL w="9525">
                      <a:solidFill>
                        <a:srgbClr val="D9D2D1"/>
                      </a:solidFill>
                      <a:prstDash val="soli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0,8952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0,6818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1191A"/>
                          </a:solidFill>
                        </a:rPr>
                        <a:t>0,4688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0,5556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dirty="0">
                          <a:solidFill>
                            <a:srgbClr val="21191A"/>
                          </a:solidFill>
                        </a:rPr>
                        <a:t>0,9012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2D1"/>
                      </a:solidFill>
                      <a:prstDash val="solid"/>
                    </a:lnR>
                    <a:lnT w="9525" cap="flat" cmpd="sng" algn="ctr">
                      <a:solidFill>
                        <a:srgbClr val="D9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2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36FA3F5C-F7E0-43D4-B611-83A5C5108E5D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10972800" cy="1028700"/>
          </a:xfrm>
          <a:prstGeom prst="rect">
            <a:avLst/>
          </a:prstGeom>
          <a:solidFill>
            <a:srgbClr val="42101D"/>
          </a:solidFill>
          <a:ln w="0">
            <a:solidFill>
              <a:srgbClr val="42101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887EE34-32E2-46AE-A84E-DCD53CB0C80A}"/>
              </a:ext>
            </a:extLst>
          </p:cNvPr>
          <p:cNvSpPr>
            <a:spLocks noGrp="1"/>
          </p:cNvSpPr>
          <p:nvPr/>
        </p:nvSpPr>
        <p:spPr>
          <a:xfrm>
            <a:off x="857250" y="5019675"/>
            <a:ext cx="1476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1">
                <a:solidFill>
                  <a:srgbClr val="E7C6CB"/>
                </a:solidFill>
              </a:defRPr>
            </a:defPPr>
            <a:lvl1pPr algn="l">
              <a:defRPr sz="1200" b="1">
                <a:solidFill>
                  <a:srgbClr val="E7C6CB"/>
                </a:solidFill>
              </a:defRPr>
            </a:lvl1pPr>
            <a:lvl2pPr algn="l">
              <a:defRPr sz="1200" b="1">
                <a:solidFill>
                  <a:srgbClr val="E7C6CB"/>
                </a:solidFill>
              </a:defRPr>
            </a:lvl2pPr>
            <a:lvl3pPr algn="l">
              <a:defRPr sz="1200" b="1">
                <a:solidFill>
                  <a:srgbClr val="E7C6CB"/>
                </a:solidFill>
              </a:defRPr>
            </a:lvl3pPr>
            <a:lvl4pPr algn="l">
              <a:defRPr sz="1200" b="1">
                <a:solidFill>
                  <a:srgbClr val="E7C6CB"/>
                </a:solidFill>
              </a:defRPr>
            </a:lvl4pPr>
            <a:lvl5pPr algn="l">
              <a:defRPr sz="1200" b="1">
                <a:solidFill>
                  <a:srgbClr val="E7C6CB"/>
                </a:solidFill>
              </a:defRPr>
            </a:lvl5pPr>
            <a:lvl6pPr algn="l">
              <a:defRPr sz="1200" b="1">
                <a:solidFill>
                  <a:srgbClr val="E7C6CB"/>
                </a:solidFill>
              </a:defRPr>
            </a:lvl6pPr>
            <a:lvl7pPr algn="l">
              <a:defRPr sz="1200" b="1">
                <a:solidFill>
                  <a:srgbClr val="E7C6CB"/>
                </a:solidFill>
              </a:defRPr>
            </a:lvl7pPr>
            <a:lvl8pPr algn="l">
              <a:defRPr sz="1200" b="1">
                <a:solidFill>
                  <a:srgbClr val="E7C6CB"/>
                </a:solidFill>
              </a:defRPr>
            </a:lvl8pPr>
            <a:lvl9pPr algn="l">
              <a:defRPr sz="1200" b="1">
                <a:solidFill>
                  <a:srgbClr val="E7C6CB"/>
                </a:solidFill>
              </a:defRPr>
            </a:lvl9pPr>
          </a:lstStyle>
          <a:p>
            <a:pPr algn="l">
              <a:defRPr sz="1200" b="1">
                <a:solidFill>
                  <a:srgbClr val="E7C6CB"/>
                </a:solidFill>
              </a:defRPr>
            </a:pPr>
            <a:r>
              <a:rPr sz="1200" b="1" dirty="0" err="1">
                <a:solidFill>
                  <a:srgbClr val="E7C6CB"/>
                </a:solidFill>
              </a:rPr>
              <a:t>Resultado</a:t>
            </a:r>
            <a:endParaRPr sz="1200" b="1" dirty="0">
              <a:solidFill>
                <a:srgbClr val="E7C6CB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8FF477A-F39B-4943-BE8C-D6208CD3B3FA}"/>
              </a:ext>
            </a:extLst>
          </p:cNvPr>
          <p:cNvSpPr>
            <a:spLocks noGrp="1"/>
          </p:cNvSpPr>
          <p:nvPr/>
        </p:nvSpPr>
        <p:spPr>
          <a:xfrm>
            <a:off x="857250" y="5276850"/>
            <a:ext cx="1028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1">
                <a:solidFill>
                  <a:srgbClr val="FFFFFF"/>
                </a:solidFill>
              </a:defRPr>
            </a:defPPr>
            <a:lvl1pPr algn="l">
              <a:defRPr sz="1200" b="1">
                <a:solidFill>
                  <a:srgbClr val="FFFFFF"/>
                </a:solidFill>
              </a:defRPr>
            </a:lvl1pPr>
            <a:lvl2pPr algn="l">
              <a:defRPr sz="1200" b="1">
                <a:solidFill>
                  <a:srgbClr val="FFFFFF"/>
                </a:solidFill>
              </a:defRPr>
            </a:lvl2pPr>
            <a:lvl3pPr algn="l">
              <a:defRPr sz="1200" b="1">
                <a:solidFill>
                  <a:srgbClr val="FFFFFF"/>
                </a:solidFill>
              </a:defRPr>
            </a:lvl3pPr>
            <a:lvl4pPr algn="l">
              <a:defRPr sz="1200" b="1">
                <a:solidFill>
                  <a:srgbClr val="FFFFFF"/>
                </a:solidFill>
              </a:defRPr>
            </a:lvl4pPr>
            <a:lvl5pPr algn="l">
              <a:defRPr sz="1200" b="1">
                <a:solidFill>
                  <a:srgbClr val="FFFFFF"/>
                </a:solidFill>
              </a:defRPr>
            </a:lvl5pPr>
            <a:lvl6pPr algn="l">
              <a:defRPr sz="1200" b="1">
                <a:solidFill>
                  <a:srgbClr val="FFFFFF"/>
                </a:solidFill>
              </a:defRPr>
            </a:lvl6pPr>
            <a:lvl7pPr algn="l">
              <a:defRPr sz="1200" b="1">
                <a:solidFill>
                  <a:srgbClr val="FFFFFF"/>
                </a:solidFill>
              </a:defRPr>
            </a:lvl7pPr>
            <a:lvl8pPr algn="l">
              <a:defRPr sz="1200" b="1">
                <a:solidFill>
                  <a:srgbClr val="FFFFFF"/>
                </a:solidFill>
              </a:defRPr>
            </a:lvl8pPr>
            <a:lvl9pPr algn="l">
              <a:defRPr sz="1200" b="1">
                <a:solidFill>
                  <a:srgbClr val="FFFFFF"/>
                </a:solidFill>
              </a:defRPr>
            </a:lvl9pPr>
          </a:lstStyle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 Random Forest lidera em F1-score, recall e ROC-AUC. Os ensembles aumentaram a acurácia, mas identificaram menos vinhos de alta qualidade.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E92BF81-1BCD-4A3E-A6FB-5A42DC7A9831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00" b="0">
                <a:solidFill>
                  <a:srgbClr val="6B6263"/>
                </a:solidFill>
              </a:defRPr>
            </a:defPPr>
            <a:lvl1pPr algn="l">
              <a:defRPr sz="900" b="0">
                <a:solidFill>
                  <a:srgbClr val="6B6263"/>
                </a:solidFill>
              </a:defRPr>
            </a:lvl1pPr>
            <a:lvl2pPr algn="l">
              <a:defRPr sz="900" b="0">
                <a:solidFill>
                  <a:srgbClr val="6B6263"/>
                </a:solidFill>
              </a:defRPr>
            </a:lvl2pPr>
            <a:lvl3pPr algn="l">
              <a:defRPr sz="900" b="0">
                <a:solidFill>
                  <a:srgbClr val="6B6263"/>
                </a:solidFill>
              </a:defRPr>
            </a:lvl3pPr>
            <a:lvl4pPr algn="l">
              <a:defRPr sz="900" b="0">
                <a:solidFill>
                  <a:srgbClr val="6B6263"/>
                </a:solidFill>
              </a:defRPr>
            </a:lvl4pPr>
            <a:lvl5pPr algn="l">
              <a:defRPr sz="900" b="0">
                <a:solidFill>
                  <a:srgbClr val="6B6263"/>
                </a:solidFill>
              </a:defRPr>
            </a:lvl5pPr>
            <a:lvl6pPr algn="l">
              <a:defRPr sz="900" b="0">
                <a:solidFill>
                  <a:srgbClr val="6B6263"/>
                </a:solidFill>
              </a:defRPr>
            </a:lvl6pPr>
            <a:lvl7pPr algn="l">
              <a:defRPr sz="900" b="0">
                <a:solidFill>
                  <a:srgbClr val="6B6263"/>
                </a:solidFill>
              </a:defRPr>
            </a:lvl7pPr>
            <a:lvl8pPr algn="l">
              <a:defRPr sz="900" b="0">
                <a:solidFill>
                  <a:srgbClr val="6B6263"/>
                </a:solidFill>
              </a:defRPr>
            </a:lvl8pPr>
            <a:lvl9pPr algn="l">
              <a:defRPr sz="900" b="0">
                <a:solidFill>
                  <a:srgbClr val="6B6263"/>
                </a:solidFill>
              </a:defRPr>
            </a:lvl9pPr>
          </a:lstStyle>
          <a:p>
            <a:pPr algn="l">
              <a:defRPr sz="900" b="0">
                <a:solidFill>
                  <a:srgbClr val="6B6263"/>
                </a:solidFill>
              </a:defRPr>
            </a:pPr>
            <a:r>
              <a:rPr sz="900" b="0" dirty="0">
                <a:solidFill>
                  <a:srgbClr val="6B6263"/>
                </a:solidFill>
              </a:rPr>
              <a:t>Classe 1: vinho de </a:t>
            </a:r>
            <a:r>
              <a:rPr sz="900" b="0" dirty="0" err="1">
                <a:solidFill>
                  <a:srgbClr val="6B6263"/>
                </a:solidFill>
              </a:rPr>
              <a:t>alta</a:t>
            </a:r>
            <a:r>
              <a:rPr sz="900" b="0" dirty="0">
                <a:solidFill>
                  <a:srgbClr val="6B6263"/>
                </a:solidFill>
              </a:rPr>
              <a:t> </a:t>
            </a:r>
            <a:r>
              <a:rPr sz="900" b="0" dirty="0" err="1">
                <a:solidFill>
                  <a:srgbClr val="6B6263"/>
                </a:solidFill>
              </a:rPr>
              <a:t>qualidade</a:t>
            </a:r>
            <a:r>
              <a:rPr sz="900" b="0" dirty="0">
                <a:solidFill>
                  <a:srgbClr val="6B6263"/>
                </a:solidFill>
              </a:rPr>
              <a:t> | conjunto de teste: 229 </a:t>
            </a:r>
            <a:r>
              <a:rPr sz="900" b="0" dirty="0" err="1">
                <a:solidFill>
                  <a:srgbClr val="6B6263"/>
                </a:solidFill>
              </a:rPr>
              <a:t>registros</a:t>
            </a:r>
            <a:r>
              <a:rPr sz="900" b="0" dirty="0">
                <a:solidFill>
                  <a:srgbClr val="6B6263"/>
                </a:solidFill>
              </a:rPr>
              <a:t>, </a:t>
            </a:r>
            <a:r>
              <a:rPr sz="900" b="0" dirty="0" err="1">
                <a:solidFill>
                  <a:srgbClr val="6B6263"/>
                </a:solidFill>
              </a:rPr>
              <a:t>sendo</a:t>
            </a:r>
            <a:r>
              <a:rPr sz="900" b="0" dirty="0">
                <a:solidFill>
                  <a:srgbClr val="6B6263"/>
                </a:solidFill>
              </a:rPr>
              <a:t> 32 da </a:t>
            </a:r>
            <a:r>
              <a:rPr sz="900" b="0" dirty="0" err="1">
                <a:solidFill>
                  <a:srgbClr val="6B6263"/>
                </a:solidFill>
              </a:rPr>
              <a:t>classe</a:t>
            </a:r>
            <a:r>
              <a:rPr sz="900" b="0" dirty="0">
                <a:solidFill>
                  <a:srgbClr val="6B6263"/>
                </a:solidFill>
              </a:rPr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170843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C09C593A-A5D0-4809-A3CE-7EF1972662C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1F62B54-1930-430C-A2CA-31205AE58C11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CONCLUSÃO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1D8E21-3679-4801-B134-9D8B10916F34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900" b="1" i="0">
                <a:solidFill>
                  <a:srgbClr val="6B6263"/>
                </a:solidFill>
              </a:defRPr>
            </a:defPPr>
            <a:lvl1pPr algn="r">
              <a:defRPr sz="900" b="1" i="0">
                <a:solidFill>
                  <a:srgbClr val="6B6263"/>
                </a:solidFill>
              </a:defRPr>
            </a:lvl1pPr>
            <a:lvl2pPr algn="r">
              <a:defRPr sz="900" b="1" i="0">
                <a:solidFill>
                  <a:srgbClr val="6B6263"/>
                </a:solidFill>
              </a:defRPr>
            </a:lvl2pPr>
            <a:lvl3pPr algn="r">
              <a:defRPr sz="900" b="1" i="0">
                <a:solidFill>
                  <a:srgbClr val="6B6263"/>
                </a:solidFill>
              </a:defRPr>
            </a:lvl3pPr>
            <a:lvl4pPr algn="r">
              <a:defRPr sz="900" b="1" i="0">
                <a:solidFill>
                  <a:srgbClr val="6B6263"/>
                </a:solidFill>
              </a:defRPr>
            </a:lvl4pPr>
            <a:lvl5pPr algn="r">
              <a:defRPr sz="900" b="1" i="0">
                <a:solidFill>
                  <a:srgbClr val="6B6263"/>
                </a:solidFill>
              </a:defRPr>
            </a:lvl5pPr>
            <a:lvl6pPr algn="r">
              <a:defRPr sz="900" b="1" i="0">
                <a:solidFill>
                  <a:srgbClr val="6B6263"/>
                </a:solidFill>
              </a:defRPr>
            </a:lvl6pPr>
            <a:lvl7pPr algn="r">
              <a:defRPr sz="900" b="1" i="0">
                <a:solidFill>
                  <a:srgbClr val="6B6263"/>
                </a:solidFill>
              </a:defRPr>
            </a:lvl7pPr>
            <a:lvl8pPr algn="r">
              <a:defRPr sz="900" b="1" i="0">
                <a:solidFill>
                  <a:srgbClr val="6B6263"/>
                </a:solidFill>
              </a:defRPr>
            </a:lvl8pPr>
            <a:lvl9pPr algn="r">
              <a:defRPr sz="900" b="1" i="0">
                <a:solidFill>
                  <a:srgbClr val="6B6263"/>
                </a:solidFill>
              </a:defRPr>
            </a:lvl9pPr>
          </a:lstStyle>
          <a:p>
            <a:pPr algn="r">
              <a:defRPr sz="900" b="1" i="0">
                <a:solidFill>
                  <a:srgbClr val="6B6263"/>
                </a:solidFill>
              </a:defRPr>
            </a:pPr>
            <a:r>
              <a:rPr sz="900" b="1" i="0">
                <a:solidFill>
                  <a:srgbClr val="6B6263"/>
                </a:solidFill>
              </a:rPr>
              <a:t>11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66C6A7B-5A09-40B2-AFEE-16684F445A9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AF36905-46E8-4850-8B9D-D9C328E00F9E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CONCLUSÃO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ACCE563-297E-48BC-BE8F-6E6CDB8262D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 i="0">
                <a:solidFill>
                  <a:srgbClr val="6B6263"/>
                </a:solidFill>
              </a:defRPr>
            </a:defPPr>
            <a:lvl1pPr algn="l">
              <a:defRPr sz="1200" b="0" i="0">
                <a:solidFill>
                  <a:srgbClr val="6B6263"/>
                </a:solidFill>
              </a:defRPr>
            </a:lvl1pPr>
            <a:lvl2pPr algn="l">
              <a:defRPr sz="1200" b="0" i="0">
                <a:solidFill>
                  <a:srgbClr val="6B6263"/>
                </a:solidFill>
              </a:defRPr>
            </a:lvl2pPr>
            <a:lvl3pPr algn="l">
              <a:defRPr sz="1200" b="0" i="0">
                <a:solidFill>
                  <a:srgbClr val="6B6263"/>
                </a:solidFill>
              </a:defRPr>
            </a:lvl3pPr>
            <a:lvl4pPr algn="l">
              <a:defRPr sz="1200" b="0" i="0">
                <a:solidFill>
                  <a:srgbClr val="6B6263"/>
                </a:solidFill>
              </a:defRPr>
            </a:lvl4pPr>
            <a:lvl5pPr algn="l">
              <a:defRPr sz="1200" b="0" i="0">
                <a:solidFill>
                  <a:srgbClr val="6B6263"/>
                </a:solidFill>
              </a:defRPr>
            </a:lvl5pPr>
            <a:lvl6pPr algn="l">
              <a:defRPr sz="1200" b="0" i="0">
                <a:solidFill>
                  <a:srgbClr val="6B6263"/>
                </a:solidFill>
              </a:defRPr>
            </a:lvl6pPr>
            <a:lvl7pPr algn="l">
              <a:defRPr sz="1200" b="0" i="0">
                <a:solidFill>
                  <a:srgbClr val="6B6263"/>
                </a:solidFill>
              </a:defRPr>
            </a:lvl7pPr>
            <a:lvl8pPr algn="l">
              <a:defRPr sz="1200" b="0" i="0">
                <a:solidFill>
                  <a:srgbClr val="6B6263"/>
                </a:solidFill>
              </a:defRPr>
            </a:lvl8pPr>
            <a:lvl9pPr algn="l">
              <a:defRPr sz="1200" b="0" i="0">
                <a:solidFill>
                  <a:srgbClr val="6B6263"/>
                </a:solidFill>
              </a:defRPr>
            </a:lvl9pPr>
          </a:lstStyle>
          <a:p>
            <a:pPr algn="l">
              <a:defRPr sz="1200" b="0" i="0">
                <a:solidFill>
                  <a:srgbClr val="6B6263"/>
                </a:solidFill>
              </a:defRPr>
            </a:pPr>
            <a:r>
              <a:rPr sz="1200" b="0" i="0">
                <a:solidFill>
                  <a:srgbClr val="6B6263"/>
                </a:solidFill>
              </a:rPr>
              <a:t>A recomendação é usar o Random Forest como melhor candidato entre os modelos avaliados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23E88A7-6B80-4D43-8721-23A1DB934E25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4000500" cy="3832479"/>
          </a:xfrm>
          <a:prstGeom prst="rect">
            <a:avLst/>
          </a:prstGeom>
          <a:solidFill>
            <a:srgbClr val="42101D"/>
          </a:solidFill>
          <a:ln w="0">
            <a:solidFill>
              <a:srgbClr val="42101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02651C8-520A-4A13-9642-BF6E610A4DA8}"/>
              </a:ext>
            </a:extLst>
          </p:cNvPr>
          <p:cNvSpPr>
            <a:spLocks noGrp="1"/>
          </p:cNvSpPr>
          <p:nvPr/>
        </p:nvSpPr>
        <p:spPr>
          <a:xfrm>
            <a:off x="971550" y="2419350"/>
            <a:ext cx="285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 i="0">
                <a:solidFill>
                  <a:srgbClr val="FFFFFF"/>
                </a:solidFill>
              </a:defRPr>
            </a:defPPr>
            <a:lvl1pPr algn="l">
              <a:defRPr sz="2250" b="1" i="0">
                <a:solidFill>
                  <a:srgbClr val="FFFFFF"/>
                </a:solidFill>
              </a:defRPr>
            </a:lvl1pPr>
            <a:lvl2pPr algn="l">
              <a:defRPr sz="2250" b="1" i="0">
                <a:solidFill>
                  <a:srgbClr val="FFFFFF"/>
                </a:solidFill>
              </a:defRPr>
            </a:lvl2pPr>
            <a:lvl3pPr algn="l">
              <a:defRPr sz="2250" b="1" i="0">
                <a:solidFill>
                  <a:srgbClr val="FFFFFF"/>
                </a:solidFill>
              </a:defRPr>
            </a:lvl3pPr>
            <a:lvl4pPr algn="l">
              <a:defRPr sz="2250" b="1" i="0">
                <a:solidFill>
                  <a:srgbClr val="FFFFFF"/>
                </a:solidFill>
              </a:defRPr>
            </a:lvl4pPr>
            <a:lvl5pPr algn="l">
              <a:defRPr sz="2250" b="1" i="0">
                <a:solidFill>
                  <a:srgbClr val="FFFFFF"/>
                </a:solidFill>
              </a:defRPr>
            </a:lvl5pPr>
            <a:lvl6pPr algn="l">
              <a:defRPr sz="2250" b="1" i="0">
                <a:solidFill>
                  <a:srgbClr val="FFFFFF"/>
                </a:solidFill>
              </a:defRPr>
            </a:lvl6pPr>
            <a:lvl7pPr algn="l">
              <a:defRPr sz="2250" b="1" i="0">
                <a:solidFill>
                  <a:srgbClr val="FFFFFF"/>
                </a:solidFill>
              </a:defRPr>
            </a:lvl7pPr>
            <a:lvl8pPr algn="l">
              <a:defRPr sz="2250" b="1" i="0">
                <a:solidFill>
                  <a:srgbClr val="FFFFFF"/>
                </a:solidFill>
              </a:defRPr>
            </a:lvl8pPr>
            <a:lvl9pPr algn="l">
              <a:defRPr sz="2250" b="1" i="0">
                <a:solidFill>
                  <a:srgbClr val="FFFFFF"/>
                </a:solidFill>
              </a:defRPr>
            </a:lvl9pPr>
          </a:lstStyle>
          <a:p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RANDOM</a:t>
            </a:r>
          </a:p>
          <a:p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FOREST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6D723A2-90E8-41D5-AD79-28A6B462289F}"/>
              </a:ext>
            </a:extLst>
          </p:cNvPr>
          <p:cNvSpPr>
            <a:spLocks noGrp="1"/>
          </p:cNvSpPr>
          <p:nvPr/>
        </p:nvSpPr>
        <p:spPr>
          <a:xfrm>
            <a:off x="971550" y="3381375"/>
            <a:ext cx="2333625" cy="38100"/>
          </a:xfrm>
          <a:prstGeom prst="rect">
            <a:avLst/>
          </a:prstGeom>
          <a:solidFill>
            <a:srgbClr val="BF8B45"/>
          </a:solidFill>
          <a:ln w="0">
            <a:solidFill>
              <a:srgbClr val="BF8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1A838DF-C6D2-4269-973B-F72AC27E8879}"/>
              </a:ext>
            </a:extLst>
          </p:cNvPr>
          <p:cNvSpPr>
            <a:spLocks noGrp="1"/>
          </p:cNvSpPr>
          <p:nvPr/>
        </p:nvSpPr>
        <p:spPr>
          <a:xfrm>
            <a:off x="971550" y="3714750"/>
            <a:ext cx="3292106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 i="0">
                <a:solidFill>
                  <a:srgbClr val="FFFFFF"/>
                </a:solidFill>
              </a:defRPr>
            </a:defPPr>
            <a:lvl1pPr algn="l">
              <a:defRPr sz="1575" b="1" i="0">
                <a:solidFill>
                  <a:srgbClr val="FFFFFF"/>
                </a:solidFill>
              </a:defRPr>
            </a:lvl1pPr>
            <a:lvl2pPr algn="l">
              <a:defRPr sz="1575" b="1" i="0">
                <a:solidFill>
                  <a:srgbClr val="FFFFFF"/>
                </a:solidFill>
              </a:defRPr>
            </a:lvl2pPr>
            <a:lvl3pPr algn="l">
              <a:defRPr sz="1575" b="1" i="0">
                <a:solidFill>
                  <a:srgbClr val="FFFFFF"/>
                </a:solidFill>
              </a:defRPr>
            </a:lvl3pPr>
            <a:lvl4pPr algn="l">
              <a:defRPr sz="1575" b="1" i="0">
                <a:solidFill>
                  <a:srgbClr val="FFFFFF"/>
                </a:solidFill>
              </a:defRPr>
            </a:lvl4pPr>
            <a:lvl5pPr algn="l">
              <a:defRPr sz="1575" b="1" i="0">
                <a:solidFill>
                  <a:srgbClr val="FFFFFF"/>
                </a:solidFill>
              </a:defRPr>
            </a:lvl5pPr>
            <a:lvl6pPr algn="l">
              <a:defRPr sz="1575" b="1" i="0">
                <a:solidFill>
                  <a:srgbClr val="FFFFFF"/>
                </a:solidFill>
              </a:defRPr>
            </a:lvl6pPr>
            <a:lvl7pPr algn="l">
              <a:defRPr sz="1575" b="1" i="0">
                <a:solidFill>
                  <a:srgbClr val="FFFFFF"/>
                </a:solidFill>
              </a:defRPr>
            </a:lvl7pPr>
            <a:lvl8pPr algn="l">
              <a:defRPr sz="1575" b="1" i="0">
                <a:solidFill>
                  <a:srgbClr val="FFFFFF"/>
                </a:solidFill>
              </a:defRPr>
            </a:lvl8pPr>
            <a:lvl9pPr algn="l">
              <a:defRPr sz="1575" b="1" i="0">
                <a:solidFill>
                  <a:srgbClr val="FFFFFF"/>
                </a:solidFill>
              </a:defRPr>
            </a:lvl9pPr>
          </a:lstStyle>
          <a:p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 dirty="0" err="1">
                <a:solidFill>
                  <a:srgbClr val="FFFFFF"/>
                </a:solidFill>
              </a:rPr>
              <a:t>Melhor</a:t>
            </a:r>
            <a:r>
              <a:rPr sz="1575" b="1" i="0" dirty="0">
                <a:solidFill>
                  <a:srgbClr val="FFFFFF"/>
                </a:solidFill>
              </a:rPr>
              <a:t> </a:t>
            </a:r>
            <a:r>
              <a:rPr sz="1575" b="1" i="0" dirty="0" err="1">
                <a:solidFill>
                  <a:srgbClr val="FFFFFF"/>
                </a:solidFill>
              </a:rPr>
              <a:t>equilíbrio</a:t>
            </a:r>
            <a:r>
              <a:rPr sz="1575" b="1" i="0" dirty="0">
                <a:solidFill>
                  <a:srgbClr val="FFFFFF"/>
                </a:solidFill>
              </a:rPr>
              <a:t> entre </a:t>
            </a:r>
            <a:r>
              <a:rPr sz="1575" b="1" i="0" dirty="0" err="1">
                <a:solidFill>
                  <a:srgbClr val="FFFFFF"/>
                </a:solidFill>
              </a:rPr>
              <a:t>precisão</a:t>
            </a:r>
            <a:r>
              <a:rPr sz="1575" b="1" i="0" dirty="0">
                <a:solidFill>
                  <a:srgbClr val="FFFFFF"/>
                </a:solidFill>
              </a:rPr>
              <a:t> e recall para </a:t>
            </a:r>
            <a:r>
              <a:rPr sz="1575" b="1" i="0" dirty="0" err="1">
                <a:solidFill>
                  <a:srgbClr val="FFFFFF"/>
                </a:solidFill>
              </a:rPr>
              <a:t>identificar</a:t>
            </a:r>
            <a:r>
              <a:rPr sz="1575" b="1" i="0" dirty="0">
                <a:solidFill>
                  <a:srgbClr val="FFFFFF"/>
                </a:solidFill>
              </a:rPr>
              <a:t> a </a:t>
            </a:r>
            <a:r>
              <a:rPr sz="1575" b="1" i="0" dirty="0" err="1">
                <a:solidFill>
                  <a:srgbClr val="FFFFFF"/>
                </a:solidFill>
              </a:rPr>
              <a:t>classe</a:t>
            </a:r>
            <a:r>
              <a:rPr sz="1575" b="1" i="0" dirty="0">
                <a:solidFill>
                  <a:srgbClr val="FFFFFF"/>
                </a:solidFill>
              </a:rPr>
              <a:t> de </a:t>
            </a:r>
            <a:r>
              <a:rPr sz="1575" b="1" i="0" dirty="0" err="1">
                <a:solidFill>
                  <a:srgbClr val="FFFFFF"/>
                </a:solidFill>
              </a:rPr>
              <a:t>alta</a:t>
            </a:r>
            <a:r>
              <a:rPr sz="1575" b="1" i="0" dirty="0">
                <a:solidFill>
                  <a:srgbClr val="FFFFFF"/>
                </a:solidFill>
              </a:rPr>
              <a:t> </a:t>
            </a:r>
            <a:r>
              <a:rPr sz="1575" b="1" i="0" dirty="0" err="1">
                <a:solidFill>
                  <a:srgbClr val="FFFFFF"/>
                </a:solidFill>
              </a:rPr>
              <a:t>qualidade</a:t>
            </a:r>
            <a:r>
              <a:rPr sz="1575" b="1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BC53AEB-99CE-4BB5-990A-EB239CA14605}"/>
              </a:ext>
            </a:extLst>
          </p:cNvPr>
          <p:cNvSpPr>
            <a:spLocks noGrp="1"/>
          </p:cNvSpPr>
          <p:nvPr/>
        </p:nvSpPr>
        <p:spPr>
          <a:xfrm>
            <a:off x="971550" y="494347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E7C6CB"/>
                </a:solidFill>
              </a:defRPr>
            </a:defPPr>
            <a:lvl1pPr algn="l">
              <a:defRPr sz="1125" b="0" i="0">
                <a:solidFill>
                  <a:srgbClr val="E7C6CB"/>
                </a:solidFill>
              </a:defRPr>
            </a:lvl1pPr>
            <a:lvl2pPr algn="l">
              <a:defRPr sz="1125" b="0" i="0">
                <a:solidFill>
                  <a:srgbClr val="E7C6CB"/>
                </a:solidFill>
              </a:defRPr>
            </a:lvl2pPr>
            <a:lvl3pPr algn="l">
              <a:defRPr sz="1125" b="0" i="0">
                <a:solidFill>
                  <a:srgbClr val="E7C6CB"/>
                </a:solidFill>
              </a:defRPr>
            </a:lvl3pPr>
            <a:lvl4pPr algn="l">
              <a:defRPr sz="1125" b="0" i="0">
                <a:solidFill>
                  <a:srgbClr val="E7C6CB"/>
                </a:solidFill>
              </a:defRPr>
            </a:lvl4pPr>
            <a:lvl5pPr algn="l">
              <a:defRPr sz="1125" b="0" i="0">
                <a:solidFill>
                  <a:srgbClr val="E7C6CB"/>
                </a:solidFill>
              </a:defRPr>
            </a:lvl5pPr>
            <a:lvl6pPr algn="l">
              <a:defRPr sz="1125" b="0" i="0">
                <a:solidFill>
                  <a:srgbClr val="E7C6CB"/>
                </a:solidFill>
              </a:defRPr>
            </a:lvl6pPr>
            <a:lvl7pPr algn="l">
              <a:defRPr sz="1125" b="0" i="0">
                <a:solidFill>
                  <a:srgbClr val="E7C6CB"/>
                </a:solidFill>
              </a:defRPr>
            </a:lvl7pPr>
            <a:lvl8pPr algn="l">
              <a:defRPr sz="1125" b="0" i="0">
                <a:solidFill>
                  <a:srgbClr val="E7C6CB"/>
                </a:solidFill>
              </a:defRPr>
            </a:lvl8pPr>
            <a:lvl9pPr algn="l">
              <a:defRPr sz="1125" b="0" i="0">
                <a:solidFill>
                  <a:srgbClr val="E7C6CB"/>
                </a:solidFill>
              </a:defRPr>
            </a:lvl9pPr>
          </a:lstStyle>
          <a:p>
            <a:pPr algn="l">
              <a:defRPr sz="1125" b="0" i="0">
                <a:solidFill>
                  <a:srgbClr val="E7C6CB"/>
                </a:solidFill>
              </a:defRPr>
            </a:pPr>
            <a:r>
              <a:rPr sz="1125" b="0" i="0" dirty="0">
                <a:solidFill>
                  <a:srgbClr val="E7C6CB"/>
                </a:solidFill>
              </a:rPr>
              <a:t>22 de 32 vinhos de </a:t>
            </a:r>
            <a:r>
              <a:rPr sz="1125" b="0" i="0" dirty="0" err="1">
                <a:solidFill>
                  <a:srgbClr val="E7C6CB"/>
                </a:solidFill>
              </a:rPr>
              <a:t>alta</a:t>
            </a:r>
            <a:r>
              <a:rPr sz="1125" b="0" i="0" dirty="0">
                <a:solidFill>
                  <a:srgbClr val="E7C6CB"/>
                </a:solidFill>
              </a:rPr>
              <a:t> </a:t>
            </a:r>
            <a:r>
              <a:rPr sz="1125" b="0" i="0" dirty="0" err="1">
                <a:solidFill>
                  <a:srgbClr val="E7C6CB"/>
                </a:solidFill>
              </a:rPr>
              <a:t>qualidade</a:t>
            </a:r>
            <a:r>
              <a:rPr sz="1125" b="0" i="0" dirty="0">
                <a:solidFill>
                  <a:srgbClr val="E7C6CB"/>
                </a:solidFill>
              </a:rPr>
              <a:t> </a:t>
            </a:r>
            <a:r>
              <a:rPr sz="1125" b="0" i="0" dirty="0" err="1">
                <a:solidFill>
                  <a:srgbClr val="E7C6CB"/>
                </a:solidFill>
              </a:rPr>
              <a:t>identificados</a:t>
            </a:r>
            <a:endParaRPr sz="1125" b="0" i="0" dirty="0">
              <a:solidFill>
                <a:srgbClr val="E7C6CB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B3277AA-DB52-46A5-B241-465CC09D3493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6E1E31"/>
                </a:solidFill>
              </a:defRPr>
            </a:defPPr>
            <a:lvl1pPr algn="l">
              <a:defRPr sz="2850" b="1" i="0">
                <a:solidFill>
                  <a:srgbClr val="6E1E31"/>
                </a:solidFill>
              </a:defRPr>
            </a:lvl1pPr>
            <a:lvl2pPr algn="l">
              <a:defRPr sz="2850" b="1" i="0">
                <a:solidFill>
                  <a:srgbClr val="6E1E31"/>
                </a:solidFill>
              </a:defRPr>
            </a:lvl2pPr>
            <a:lvl3pPr algn="l">
              <a:defRPr sz="2850" b="1" i="0">
                <a:solidFill>
                  <a:srgbClr val="6E1E31"/>
                </a:solidFill>
              </a:defRPr>
            </a:lvl3pPr>
            <a:lvl4pPr algn="l">
              <a:defRPr sz="2850" b="1" i="0">
                <a:solidFill>
                  <a:srgbClr val="6E1E31"/>
                </a:solidFill>
              </a:defRPr>
            </a:lvl4pPr>
            <a:lvl5pPr algn="l">
              <a:defRPr sz="2850" b="1" i="0">
                <a:solidFill>
                  <a:srgbClr val="6E1E31"/>
                </a:solidFill>
              </a:defRPr>
            </a:lvl5pPr>
            <a:lvl6pPr algn="l">
              <a:defRPr sz="2850" b="1" i="0">
                <a:solidFill>
                  <a:srgbClr val="6E1E31"/>
                </a:solidFill>
              </a:defRPr>
            </a:lvl6pPr>
            <a:lvl7pPr algn="l">
              <a:defRPr sz="2850" b="1" i="0">
                <a:solidFill>
                  <a:srgbClr val="6E1E31"/>
                </a:solidFill>
              </a:defRPr>
            </a:lvl7pPr>
            <a:lvl8pPr algn="l">
              <a:defRPr sz="2850" b="1" i="0">
                <a:solidFill>
                  <a:srgbClr val="6E1E31"/>
                </a:solidFill>
              </a:defRPr>
            </a:lvl8pPr>
            <a:lvl9pPr algn="l">
              <a:defRPr sz="2850" b="1" i="0">
                <a:solidFill>
                  <a:srgbClr val="6E1E31"/>
                </a:solidFill>
              </a:defRPr>
            </a:lvl9pPr>
          </a:lstStyle>
          <a:p>
            <a:pPr algn="l">
              <a:defRPr sz="2850" b="1" i="0">
                <a:solidFill>
                  <a:srgbClr val="6E1E31"/>
                </a:solidFill>
              </a:defRPr>
            </a:pPr>
            <a:r>
              <a:rPr sz="2850" b="1" i="0">
                <a:solidFill>
                  <a:srgbClr val="6E1E31"/>
                </a:solidFill>
              </a:rPr>
              <a:t>62,86%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9CD7E8E-B3A5-4774-9999-B129CD06EC2B}"/>
              </a:ext>
            </a:extLst>
          </p:cNvPr>
          <p:cNvSpPr>
            <a:spLocks noGrp="1"/>
          </p:cNvSpPr>
          <p:nvPr/>
        </p:nvSpPr>
        <p:spPr>
          <a:xfrm>
            <a:off x="5505450" y="290512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F1 no teste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EDD94EE-266C-4B5C-B3F9-CEF0B5272D81}"/>
              </a:ext>
            </a:extLst>
          </p:cNvPr>
          <p:cNvSpPr>
            <a:spLocks noGrp="1"/>
          </p:cNvSpPr>
          <p:nvPr/>
        </p:nvSpPr>
        <p:spPr>
          <a:xfrm>
            <a:off x="8620125" y="2352675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6E1E31"/>
                </a:solidFill>
              </a:defRPr>
            </a:defPPr>
            <a:lvl1pPr algn="l">
              <a:defRPr sz="2850" b="1" i="0">
                <a:solidFill>
                  <a:srgbClr val="6E1E31"/>
                </a:solidFill>
              </a:defRPr>
            </a:lvl1pPr>
            <a:lvl2pPr algn="l">
              <a:defRPr sz="2850" b="1" i="0">
                <a:solidFill>
                  <a:srgbClr val="6E1E31"/>
                </a:solidFill>
              </a:defRPr>
            </a:lvl2pPr>
            <a:lvl3pPr algn="l">
              <a:defRPr sz="2850" b="1" i="0">
                <a:solidFill>
                  <a:srgbClr val="6E1E31"/>
                </a:solidFill>
              </a:defRPr>
            </a:lvl3pPr>
            <a:lvl4pPr algn="l">
              <a:defRPr sz="2850" b="1" i="0">
                <a:solidFill>
                  <a:srgbClr val="6E1E31"/>
                </a:solidFill>
              </a:defRPr>
            </a:lvl4pPr>
            <a:lvl5pPr algn="l">
              <a:defRPr sz="2850" b="1" i="0">
                <a:solidFill>
                  <a:srgbClr val="6E1E31"/>
                </a:solidFill>
              </a:defRPr>
            </a:lvl5pPr>
            <a:lvl6pPr algn="l">
              <a:defRPr sz="2850" b="1" i="0">
                <a:solidFill>
                  <a:srgbClr val="6E1E31"/>
                </a:solidFill>
              </a:defRPr>
            </a:lvl6pPr>
            <a:lvl7pPr algn="l">
              <a:defRPr sz="2850" b="1" i="0">
                <a:solidFill>
                  <a:srgbClr val="6E1E31"/>
                </a:solidFill>
              </a:defRPr>
            </a:lvl7pPr>
            <a:lvl8pPr algn="l">
              <a:defRPr sz="2850" b="1" i="0">
                <a:solidFill>
                  <a:srgbClr val="6E1E31"/>
                </a:solidFill>
              </a:defRPr>
            </a:lvl8pPr>
            <a:lvl9pPr algn="l">
              <a:defRPr sz="2850" b="1" i="0">
                <a:solidFill>
                  <a:srgbClr val="6E1E31"/>
                </a:solidFill>
              </a:defRPr>
            </a:lvl9pPr>
          </a:lstStyle>
          <a:p>
            <a:pPr algn="l">
              <a:defRPr sz="2850" b="1" i="0">
                <a:solidFill>
                  <a:srgbClr val="6E1E31"/>
                </a:solidFill>
              </a:defRPr>
            </a:pPr>
            <a:r>
              <a:rPr sz="2850" b="1" i="0">
                <a:solidFill>
                  <a:srgbClr val="6E1E31"/>
                </a:solidFill>
              </a:rPr>
              <a:t>68,75%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8378081-5593-46DA-A7F4-7EB523CAD307}"/>
              </a:ext>
            </a:extLst>
          </p:cNvPr>
          <p:cNvSpPr>
            <a:spLocks noGrp="1"/>
          </p:cNvSpPr>
          <p:nvPr/>
        </p:nvSpPr>
        <p:spPr>
          <a:xfrm>
            <a:off x="8620125" y="290512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recall da alta qualidade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2D0B9C8-7ED3-4580-9307-D93CC5C518FB}"/>
              </a:ext>
            </a:extLst>
          </p:cNvPr>
          <p:cNvSpPr>
            <a:spLocks noGrp="1"/>
          </p:cNvSpPr>
          <p:nvPr/>
        </p:nvSpPr>
        <p:spPr>
          <a:xfrm>
            <a:off x="5505450" y="4029075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BF8B45"/>
                </a:solidFill>
              </a:defRPr>
            </a:defPPr>
            <a:lvl1pPr algn="l">
              <a:defRPr sz="2850" b="1" i="0">
                <a:solidFill>
                  <a:srgbClr val="BF8B45"/>
                </a:solidFill>
              </a:defRPr>
            </a:lvl1pPr>
            <a:lvl2pPr algn="l">
              <a:defRPr sz="2850" b="1" i="0">
                <a:solidFill>
                  <a:srgbClr val="BF8B45"/>
                </a:solidFill>
              </a:defRPr>
            </a:lvl2pPr>
            <a:lvl3pPr algn="l">
              <a:defRPr sz="2850" b="1" i="0">
                <a:solidFill>
                  <a:srgbClr val="BF8B45"/>
                </a:solidFill>
              </a:defRPr>
            </a:lvl3pPr>
            <a:lvl4pPr algn="l">
              <a:defRPr sz="2850" b="1" i="0">
                <a:solidFill>
                  <a:srgbClr val="BF8B45"/>
                </a:solidFill>
              </a:defRPr>
            </a:lvl4pPr>
            <a:lvl5pPr algn="l">
              <a:defRPr sz="2850" b="1" i="0">
                <a:solidFill>
                  <a:srgbClr val="BF8B45"/>
                </a:solidFill>
              </a:defRPr>
            </a:lvl5pPr>
            <a:lvl6pPr algn="l">
              <a:defRPr sz="2850" b="1" i="0">
                <a:solidFill>
                  <a:srgbClr val="BF8B45"/>
                </a:solidFill>
              </a:defRPr>
            </a:lvl6pPr>
            <a:lvl7pPr algn="l">
              <a:defRPr sz="2850" b="1" i="0">
                <a:solidFill>
                  <a:srgbClr val="BF8B45"/>
                </a:solidFill>
              </a:defRPr>
            </a:lvl7pPr>
            <a:lvl8pPr algn="l">
              <a:defRPr sz="2850" b="1" i="0">
                <a:solidFill>
                  <a:srgbClr val="BF8B45"/>
                </a:solidFill>
              </a:defRPr>
            </a:lvl8pPr>
            <a:lvl9pPr algn="l">
              <a:defRPr sz="2850" b="1" i="0">
                <a:solidFill>
                  <a:srgbClr val="BF8B45"/>
                </a:solidFill>
              </a:defRPr>
            </a:lvl9pPr>
          </a:lstStyle>
          <a:p>
            <a:pPr algn="l">
              <a:defRPr sz="2850" b="1" i="0">
                <a:solidFill>
                  <a:srgbClr val="BF8B45"/>
                </a:solidFill>
              </a:defRPr>
            </a:pPr>
            <a:r>
              <a:rPr sz="2850" b="1" i="0">
                <a:solidFill>
                  <a:srgbClr val="BF8B45"/>
                </a:solidFill>
              </a:rPr>
              <a:t>90,86%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4AE549E-08C8-47D3-93F9-582B61B974ED}"/>
              </a:ext>
            </a:extLst>
          </p:cNvPr>
          <p:cNvSpPr>
            <a:spLocks noGrp="1"/>
          </p:cNvSpPr>
          <p:nvPr/>
        </p:nvSpPr>
        <p:spPr>
          <a:xfrm>
            <a:off x="5505450" y="458152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ROC-AUC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A129284-D26A-4035-9348-92C4BD196091}"/>
              </a:ext>
            </a:extLst>
          </p:cNvPr>
          <p:cNvSpPr>
            <a:spLocks noGrp="1"/>
          </p:cNvSpPr>
          <p:nvPr/>
        </p:nvSpPr>
        <p:spPr>
          <a:xfrm>
            <a:off x="8620125" y="4029075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 i="0">
                <a:solidFill>
                  <a:srgbClr val="BF8B45"/>
                </a:solidFill>
              </a:defRPr>
            </a:defPPr>
            <a:lvl1pPr algn="l">
              <a:defRPr sz="2850" b="1" i="0">
                <a:solidFill>
                  <a:srgbClr val="BF8B45"/>
                </a:solidFill>
              </a:defRPr>
            </a:lvl1pPr>
            <a:lvl2pPr algn="l">
              <a:defRPr sz="2850" b="1" i="0">
                <a:solidFill>
                  <a:srgbClr val="BF8B45"/>
                </a:solidFill>
              </a:defRPr>
            </a:lvl2pPr>
            <a:lvl3pPr algn="l">
              <a:defRPr sz="2850" b="1" i="0">
                <a:solidFill>
                  <a:srgbClr val="BF8B45"/>
                </a:solidFill>
              </a:defRPr>
            </a:lvl3pPr>
            <a:lvl4pPr algn="l">
              <a:defRPr sz="2850" b="1" i="0">
                <a:solidFill>
                  <a:srgbClr val="BF8B45"/>
                </a:solidFill>
              </a:defRPr>
            </a:lvl4pPr>
            <a:lvl5pPr algn="l">
              <a:defRPr sz="2850" b="1" i="0">
                <a:solidFill>
                  <a:srgbClr val="BF8B45"/>
                </a:solidFill>
              </a:defRPr>
            </a:lvl5pPr>
            <a:lvl6pPr algn="l">
              <a:defRPr sz="2850" b="1" i="0">
                <a:solidFill>
                  <a:srgbClr val="BF8B45"/>
                </a:solidFill>
              </a:defRPr>
            </a:lvl6pPr>
            <a:lvl7pPr algn="l">
              <a:defRPr sz="2850" b="1" i="0">
                <a:solidFill>
                  <a:srgbClr val="BF8B45"/>
                </a:solidFill>
              </a:defRPr>
            </a:lvl7pPr>
            <a:lvl8pPr algn="l">
              <a:defRPr sz="2850" b="1" i="0">
                <a:solidFill>
                  <a:srgbClr val="BF8B45"/>
                </a:solidFill>
              </a:defRPr>
            </a:lvl8pPr>
            <a:lvl9pPr algn="l">
              <a:defRPr sz="2850" b="1" i="0">
                <a:solidFill>
                  <a:srgbClr val="BF8B45"/>
                </a:solidFill>
              </a:defRPr>
            </a:lvl9pPr>
          </a:lstStyle>
          <a:p>
            <a:pPr algn="l">
              <a:defRPr sz="2850" b="1" i="0">
                <a:solidFill>
                  <a:srgbClr val="BF8B45"/>
                </a:solidFill>
              </a:defRPr>
            </a:pPr>
            <a:r>
              <a:rPr sz="2850" b="1" i="0">
                <a:solidFill>
                  <a:srgbClr val="BF8B45"/>
                </a:solidFill>
              </a:rPr>
              <a:t>16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66ED610-DE90-4C76-A8DE-A9D9DCE83B9F}"/>
              </a:ext>
            </a:extLst>
          </p:cNvPr>
          <p:cNvSpPr>
            <a:spLocks noGrp="1"/>
          </p:cNvSpPr>
          <p:nvPr/>
        </p:nvSpPr>
        <p:spPr>
          <a:xfrm>
            <a:off x="8620125" y="458152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 i="0">
                <a:solidFill>
                  <a:srgbClr val="6B6263"/>
                </a:solidFill>
              </a:defRPr>
            </a:defPPr>
            <a:lvl1pPr algn="l">
              <a:defRPr sz="1125" b="0" i="0">
                <a:solidFill>
                  <a:srgbClr val="6B6263"/>
                </a:solidFill>
              </a:defRPr>
            </a:lvl1pPr>
            <a:lvl2pPr algn="l">
              <a:defRPr sz="1125" b="0" i="0">
                <a:solidFill>
                  <a:srgbClr val="6B6263"/>
                </a:solidFill>
              </a:defRPr>
            </a:lvl2pPr>
            <a:lvl3pPr algn="l">
              <a:defRPr sz="1125" b="0" i="0">
                <a:solidFill>
                  <a:srgbClr val="6B6263"/>
                </a:solidFill>
              </a:defRPr>
            </a:lvl3pPr>
            <a:lvl4pPr algn="l">
              <a:defRPr sz="1125" b="0" i="0">
                <a:solidFill>
                  <a:srgbClr val="6B6263"/>
                </a:solidFill>
              </a:defRPr>
            </a:lvl4pPr>
            <a:lvl5pPr algn="l">
              <a:defRPr sz="1125" b="0" i="0">
                <a:solidFill>
                  <a:srgbClr val="6B6263"/>
                </a:solidFill>
              </a:defRPr>
            </a:lvl5pPr>
            <a:lvl6pPr algn="l">
              <a:defRPr sz="1125" b="0" i="0">
                <a:solidFill>
                  <a:srgbClr val="6B6263"/>
                </a:solidFill>
              </a:defRPr>
            </a:lvl6pPr>
            <a:lvl7pPr algn="l">
              <a:defRPr sz="1125" b="0" i="0">
                <a:solidFill>
                  <a:srgbClr val="6B6263"/>
                </a:solidFill>
              </a:defRPr>
            </a:lvl7pPr>
            <a:lvl8pPr algn="l">
              <a:defRPr sz="1125" b="0" i="0">
                <a:solidFill>
                  <a:srgbClr val="6B6263"/>
                </a:solidFill>
              </a:defRPr>
            </a:lvl8pPr>
            <a:lvl9pPr algn="l">
              <a:defRPr sz="1125" b="0" i="0">
                <a:solidFill>
                  <a:srgbClr val="6B6263"/>
                </a:solidFill>
              </a:defRPr>
            </a:lvl9pPr>
          </a:lstStyle>
          <a:p>
            <a:pPr algn="l">
              <a:defRPr sz="1125" b="0" i="0">
                <a:solidFill>
                  <a:srgbClr val="6B6263"/>
                </a:solidFill>
              </a:defRPr>
            </a:pPr>
            <a:r>
              <a:rPr sz="1125" b="0" i="0">
                <a:solidFill>
                  <a:srgbClr val="6B6263"/>
                </a:solidFill>
              </a:rPr>
              <a:t>falsos positivos</a:t>
            </a:r>
          </a:p>
        </p:txBody>
      </p:sp>
    </p:spTree>
    <p:extLst>
      <p:ext uri="{BB962C8B-B14F-4D97-AF65-F5344CB8AC3E}">
        <p14:creationId xmlns:p14="http://schemas.microsoft.com/office/powerpoint/2010/main" val="201117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E247FE92-0A51-4035-BC57-7FD6F3B68E8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57200" cy="57150"/>
          </a:xfrm>
          <a:prstGeom prst="rect">
            <a:avLst/>
          </a:prstGeom>
          <a:solidFill>
            <a:srgbClr val="6E1E31"/>
          </a:solidFill>
          <a:ln w="0">
            <a:solidFill>
              <a:srgbClr val="6E1E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AB98144-7FDE-425E-9F49-C3C811ACA9C6}"/>
              </a:ext>
            </a:extLst>
          </p:cNvPr>
          <p:cNvSpPr>
            <a:spLocks noGrp="1"/>
          </p:cNvSpPr>
          <p:nvPr/>
        </p:nvSpPr>
        <p:spPr>
          <a:xfrm>
            <a:off x="1181100" y="4000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00" b="1" i="0">
                <a:solidFill>
                  <a:srgbClr val="6E1E31"/>
                </a:solidFill>
              </a:defRPr>
            </a:defPPr>
            <a:lvl1pPr algn="l">
              <a:defRPr sz="900" b="1" i="0">
                <a:solidFill>
                  <a:srgbClr val="6E1E31"/>
                </a:solidFill>
              </a:defRPr>
            </a:lvl1pPr>
            <a:lvl2pPr algn="l">
              <a:defRPr sz="900" b="1" i="0">
                <a:solidFill>
                  <a:srgbClr val="6E1E31"/>
                </a:solidFill>
              </a:defRPr>
            </a:lvl2pPr>
            <a:lvl3pPr algn="l">
              <a:defRPr sz="900" b="1" i="0">
                <a:solidFill>
                  <a:srgbClr val="6E1E31"/>
                </a:solidFill>
              </a:defRPr>
            </a:lvl3pPr>
            <a:lvl4pPr algn="l">
              <a:defRPr sz="900" b="1" i="0">
                <a:solidFill>
                  <a:srgbClr val="6E1E31"/>
                </a:solidFill>
              </a:defRPr>
            </a:lvl4pPr>
            <a:lvl5pPr algn="l">
              <a:defRPr sz="900" b="1" i="0">
                <a:solidFill>
                  <a:srgbClr val="6E1E31"/>
                </a:solidFill>
              </a:defRPr>
            </a:lvl5pPr>
            <a:lvl6pPr algn="l">
              <a:defRPr sz="900" b="1" i="0">
                <a:solidFill>
                  <a:srgbClr val="6E1E31"/>
                </a:solidFill>
              </a:defRPr>
            </a:lvl6pPr>
            <a:lvl7pPr algn="l">
              <a:defRPr sz="900" b="1" i="0">
                <a:solidFill>
                  <a:srgbClr val="6E1E31"/>
                </a:solidFill>
              </a:defRPr>
            </a:lvl7pPr>
            <a:lvl8pPr algn="l">
              <a:defRPr sz="900" b="1" i="0">
                <a:solidFill>
                  <a:srgbClr val="6E1E31"/>
                </a:solidFill>
              </a:defRPr>
            </a:lvl8pPr>
            <a:lvl9pPr algn="l">
              <a:defRPr sz="900" b="1" i="0">
                <a:solidFill>
                  <a:srgbClr val="6E1E31"/>
                </a:solidFill>
              </a:defRPr>
            </a:lvl9pPr>
          </a:lstStyle>
          <a:p>
            <a:pPr algn="l">
              <a:defRPr sz="900" b="1" i="0">
                <a:solidFill>
                  <a:srgbClr val="6E1E31"/>
                </a:solidFill>
              </a:defRPr>
            </a:pPr>
            <a:r>
              <a:rPr sz="900" b="1" i="0">
                <a:solidFill>
                  <a:srgbClr val="6E1E31"/>
                </a:solidFill>
              </a:rPr>
              <a:t>ENCERRAMENTO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B831030-4C37-4043-9772-10CF09BD1E69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900" b="1" i="0">
                <a:solidFill>
                  <a:srgbClr val="6B6263"/>
                </a:solidFill>
              </a:defRPr>
            </a:defPPr>
            <a:lvl1pPr algn="r">
              <a:defRPr sz="900" b="1" i="0">
                <a:solidFill>
                  <a:srgbClr val="6B6263"/>
                </a:solidFill>
              </a:defRPr>
            </a:lvl1pPr>
            <a:lvl2pPr algn="r">
              <a:defRPr sz="900" b="1" i="0">
                <a:solidFill>
                  <a:srgbClr val="6B6263"/>
                </a:solidFill>
              </a:defRPr>
            </a:lvl2pPr>
            <a:lvl3pPr algn="r">
              <a:defRPr sz="900" b="1" i="0">
                <a:solidFill>
                  <a:srgbClr val="6B6263"/>
                </a:solidFill>
              </a:defRPr>
            </a:lvl3pPr>
            <a:lvl4pPr algn="r">
              <a:defRPr sz="900" b="1" i="0">
                <a:solidFill>
                  <a:srgbClr val="6B6263"/>
                </a:solidFill>
              </a:defRPr>
            </a:lvl4pPr>
            <a:lvl5pPr algn="r">
              <a:defRPr sz="900" b="1" i="0">
                <a:solidFill>
                  <a:srgbClr val="6B6263"/>
                </a:solidFill>
              </a:defRPr>
            </a:lvl5pPr>
            <a:lvl6pPr algn="r">
              <a:defRPr sz="900" b="1" i="0">
                <a:solidFill>
                  <a:srgbClr val="6B6263"/>
                </a:solidFill>
              </a:defRPr>
            </a:lvl6pPr>
            <a:lvl7pPr algn="r">
              <a:defRPr sz="900" b="1" i="0">
                <a:solidFill>
                  <a:srgbClr val="6B6263"/>
                </a:solidFill>
              </a:defRPr>
            </a:lvl7pPr>
            <a:lvl8pPr algn="r">
              <a:defRPr sz="900" b="1" i="0">
                <a:solidFill>
                  <a:srgbClr val="6B6263"/>
                </a:solidFill>
              </a:defRPr>
            </a:lvl8pPr>
            <a:lvl9pPr algn="r">
              <a:defRPr sz="900" b="1" i="0">
                <a:solidFill>
                  <a:srgbClr val="6B6263"/>
                </a:solidFill>
              </a:defRPr>
            </a:lvl9pPr>
          </a:lstStyle>
          <a:p>
            <a:pPr algn="r">
              <a:defRPr sz="900" b="1" i="0">
                <a:solidFill>
                  <a:srgbClr val="6B6263"/>
                </a:solidFill>
              </a:defRPr>
            </a:pPr>
            <a:r>
              <a:rPr sz="900" b="1" i="0">
                <a:solidFill>
                  <a:srgbClr val="6B6263"/>
                </a:solidFill>
              </a:rPr>
              <a:t>12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AADB3E-B37C-4866-8F37-03FB2AEFD25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FE6C8B3-FC49-4C2F-A841-86F6FE936F96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386670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550" b="1" i="0">
                <a:solidFill>
                  <a:srgbClr val="21191A"/>
                </a:solidFill>
              </a:defRPr>
            </a:defPPr>
            <a:lvl1pPr algn="l">
              <a:defRPr sz="2550" b="1" i="0">
                <a:solidFill>
                  <a:srgbClr val="21191A"/>
                </a:solidFill>
              </a:defRPr>
            </a:lvl1pPr>
            <a:lvl2pPr algn="l">
              <a:defRPr sz="2550" b="1" i="0">
                <a:solidFill>
                  <a:srgbClr val="21191A"/>
                </a:solidFill>
              </a:defRPr>
            </a:lvl2pPr>
            <a:lvl3pPr algn="l">
              <a:defRPr sz="2550" b="1" i="0">
                <a:solidFill>
                  <a:srgbClr val="21191A"/>
                </a:solidFill>
              </a:defRPr>
            </a:lvl3pPr>
            <a:lvl4pPr algn="l">
              <a:defRPr sz="2550" b="1" i="0">
                <a:solidFill>
                  <a:srgbClr val="21191A"/>
                </a:solidFill>
              </a:defRPr>
            </a:lvl4pPr>
            <a:lvl5pPr algn="l">
              <a:defRPr sz="2550" b="1" i="0">
                <a:solidFill>
                  <a:srgbClr val="21191A"/>
                </a:solidFill>
              </a:defRPr>
            </a:lvl5pPr>
            <a:lvl6pPr algn="l">
              <a:defRPr sz="2550" b="1" i="0">
                <a:solidFill>
                  <a:srgbClr val="21191A"/>
                </a:solidFill>
              </a:defRPr>
            </a:lvl6pPr>
            <a:lvl7pPr algn="l">
              <a:defRPr sz="2550" b="1" i="0">
                <a:solidFill>
                  <a:srgbClr val="21191A"/>
                </a:solidFill>
              </a:defRPr>
            </a:lvl7pPr>
            <a:lvl8pPr algn="l">
              <a:defRPr sz="2550" b="1" i="0">
                <a:solidFill>
                  <a:srgbClr val="21191A"/>
                </a:solidFill>
              </a:defRPr>
            </a:lvl8pPr>
            <a:lvl9pPr algn="l">
              <a:defRPr sz="2550" b="1" i="0">
                <a:solidFill>
                  <a:srgbClr val="21191A"/>
                </a:solidFill>
              </a:defRPr>
            </a:lvl9pPr>
          </a:lstStyle>
          <a:p>
            <a:r>
              <a:rPr lang="pt-BR" spc="300" dirty="0">
                <a:solidFill>
                  <a:srgbClr val="820000"/>
                </a:solidFill>
              </a:rPr>
              <a:t>PRÓXIMOS PASSOS E SISTEMA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0A6C3D1-C115-4335-9B89-70995FDA730B}"/>
              </a:ext>
            </a:extLst>
          </p:cNvPr>
          <p:cNvSpPr>
            <a:spLocks noGrp="1"/>
          </p:cNvSpPr>
          <p:nvPr/>
        </p:nvSpPr>
        <p:spPr>
          <a:xfrm>
            <a:off x="5089894" y="1919288"/>
            <a:ext cx="9525" cy="3638550"/>
          </a:xfrm>
          <a:prstGeom prst="rect">
            <a:avLst/>
          </a:prstGeom>
          <a:solidFill>
            <a:srgbClr val="D9D2D1"/>
          </a:solidFill>
          <a:ln w="0">
            <a:solidFill>
              <a:srgbClr val="D9D2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7129E7F-0AF5-480A-BECF-1A1FDCFB0273}"/>
              </a:ext>
            </a:extLst>
          </p:cNvPr>
          <p:cNvSpPr>
            <a:spLocks noGrp="1"/>
          </p:cNvSpPr>
          <p:nvPr/>
        </p:nvSpPr>
        <p:spPr>
          <a:xfrm>
            <a:off x="609600" y="2019299"/>
            <a:ext cx="4191000" cy="5143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 i="0">
                <a:solidFill>
                  <a:srgbClr val="1F6A57"/>
                </a:solidFill>
              </a:defRPr>
            </a:defPPr>
            <a:lvl1pPr algn="l">
              <a:defRPr sz="1350" b="1" i="0">
                <a:solidFill>
                  <a:srgbClr val="1F6A57"/>
                </a:solidFill>
              </a:defRPr>
            </a:lvl1pPr>
            <a:lvl2pPr algn="l">
              <a:defRPr sz="1350" b="1" i="0">
                <a:solidFill>
                  <a:srgbClr val="1F6A57"/>
                </a:solidFill>
              </a:defRPr>
            </a:lvl2pPr>
            <a:lvl3pPr algn="l">
              <a:defRPr sz="1350" b="1" i="0">
                <a:solidFill>
                  <a:srgbClr val="1F6A57"/>
                </a:solidFill>
              </a:defRPr>
            </a:lvl3pPr>
            <a:lvl4pPr algn="l">
              <a:defRPr sz="1350" b="1" i="0">
                <a:solidFill>
                  <a:srgbClr val="1F6A57"/>
                </a:solidFill>
              </a:defRPr>
            </a:lvl4pPr>
            <a:lvl5pPr algn="l">
              <a:defRPr sz="1350" b="1" i="0">
                <a:solidFill>
                  <a:srgbClr val="1F6A57"/>
                </a:solidFill>
              </a:defRPr>
            </a:lvl5pPr>
            <a:lvl6pPr algn="l">
              <a:defRPr sz="1350" b="1" i="0">
                <a:solidFill>
                  <a:srgbClr val="1F6A57"/>
                </a:solidFill>
              </a:defRPr>
            </a:lvl6pPr>
            <a:lvl7pPr algn="l">
              <a:defRPr sz="1350" b="1" i="0">
                <a:solidFill>
                  <a:srgbClr val="1F6A57"/>
                </a:solidFill>
              </a:defRPr>
            </a:lvl7pPr>
            <a:lvl8pPr algn="l">
              <a:defRPr sz="1350" b="1" i="0">
                <a:solidFill>
                  <a:srgbClr val="1F6A57"/>
                </a:solidFill>
              </a:defRPr>
            </a:lvl8pPr>
            <a:lvl9pPr algn="l">
              <a:defRPr sz="1350" b="1" i="0">
                <a:solidFill>
                  <a:srgbClr val="1F6A57"/>
                </a:solidFill>
              </a:defRPr>
            </a:lvl9pPr>
          </a:lstStyle>
          <a:p>
            <a:pPr algn="l">
              <a:defRPr sz="1350" b="1" i="0">
                <a:solidFill>
                  <a:srgbClr val="1F6A57"/>
                </a:solidFill>
              </a:defRPr>
            </a:pPr>
            <a:r>
              <a:rPr sz="1350" b="1" i="0" dirty="0" err="1">
                <a:solidFill>
                  <a:srgbClr val="1F6A57"/>
                </a:solidFill>
              </a:rPr>
              <a:t>Próximos</a:t>
            </a:r>
            <a:r>
              <a:rPr sz="1350" b="1" i="0" dirty="0">
                <a:solidFill>
                  <a:srgbClr val="1F6A57"/>
                </a:solidFill>
              </a:rPr>
              <a:t> </a:t>
            </a:r>
            <a:r>
              <a:rPr sz="1350" b="1" i="0" dirty="0" err="1">
                <a:solidFill>
                  <a:srgbClr val="1F6A57"/>
                </a:solidFill>
              </a:rPr>
              <a:t>passos</a:t>
            </a:r>
            <a:r>
              <a:rPr sz="1350" b="1" i="0" dirty="0">
                <a:solidFill>
                  <a:srgbClr val="1F6A57"/>
                </a:solidFill>
              </a:rPr>
              <a:t> </a:t>
            </a:r>
            <a:r>
              <a:rPr sz="1350" b="1" i="0" dirty="0" err="1">
                <a:solidFill>
                  <a:srgbClr val="1F6A57"/>
                </a:solidFill>
              </a:rPr>
              <a:t>recomendados</a:t>
            </a:r>
            <a:r>
              <a:rPr lang="pt-BR" sz="1350" b="1" i="0" dirty="0">
                <a:solidFill>
                  <a:srgbClr val="1F6A57"/>
                </a:solidFill>
              </a:rPr>
              <a:t> para o treinamento do modelo</a:t>
            </a:r>
            <a:endParaRPr sz="1350" b="1" i="0" dirty="0">
              <a:solidFill>
                <a:srgbClr val="1F6A57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E584CA5-ECD4-438D-997D-B097EF604F29}"/>
              </a:ext>
            </a:extLst>
          </p:cNvPr>
          <p:cNvSpPr>
            <a:spLocks noGrp="1"/>
          </p:cNvSpPr>
          <p:nvPr/>
        </p:nvSpPr>
        <p:spPr>
          <a:xfrm>
            <a:off x="733425" y="2600324"/>
            <a:ext cx="4171950" cy="12593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 i="0">
                <a:solidFill>
                  <a:srgbClr val="21191A"/>
                </a:solidFill>
              </a:defRPr>
            </a:defPPr>
            <a:lvl1pPr algn="l">
              <a:defRPr sz="1275" b="0" i="0">
                <a:solidFill>
                  <a:srgbClr val="21191A"/>
                </a:solidFill>
              </a:defRPr>
            </a:lvl1pPr>
            <a:lvl2pPr algn="l">
              <a:defRPr sz="1275" b="0" i="0">
                <a:solidFill>
                  <a:srgbClr val="21191A"/>
                </a:solidFill>
              </a:defRPr>
            </a:lvl2pPr>
            <a:lvl3pPr algn="l">
              <a:defRPr sz="1275" b="0" i="0">
                <a:solidFill>
                  <a:srgbClr val="21191A"/>
                </a:solidFill>
              </a:defRPr>
            </a:lvl3pPr>
            <a:lvl4pPr algn="l">
              <a:defRPr sz="1275" b="0" i="0">
                <a:solidFill>
                  <a:srgbClr val="21191A"/>
                </a:solidFill>
              </a:defRPr>
            </a:lvl4pPr>
            <a:lvl5pPr algn="l">
              <a:defRPr sz="1275" b="0" i="0">
                <a:solidFill>
                  <a:srgbClr val="21191A"/>
                </a:solidFill>
              </a:defRPr>
            </a:lvl5pPr>
            <a:lvl6pPr algn="l">
              <a:defRPr sz="1275" b="0" i="0">
                <a:solidFill>
                  <a:srgbClr val="21191A"/>
                </a:solidFill>
              </a:defRPr>
            </a:lvl6pPr>
            <a:lvl7pPr algn="l">
              <a:defRPr sz="1275" b="0" i="0">
                <a:solidFill>
                  <a:srgbClr val="21191A"/>
                </a:solidFill>
              </a:defRPr>
            </a:lvl7pPr>
            <a:lvl8pPr algn="l">
              <a:defRPr sz="1275" b="0" i="0">
                <a:solidFill>
                  <a:srgbClr val="21191A"/>
                </a:solidFill>
              </a:defRPr>
            </a:lvl8pPr>
            <a:lvl9pPr algn="l">
              <a:defRPr sz="1275" b="0" i="0">
                <a:solidFill>
                  <a:srgbClr val="21191A"/>
                </a:solidFill>
              </a:defRPr>
            </a:lvl9pPr>
          </a:lstStyle>
          <a:p>
            <a:pPr marL="342900" indent="-342900" algn="l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r>
              <a:rPr sz="1275" b="0" i="0" dirty="0" err="1">
                <a:solidFill>
                  <a:srgbClr val="21191A"/>
                </a:solidFill>
              </a:rPr>
              <a:t>Revisar</a:t>
            </a:r>
            <a:r>
              <a:rPr sz="1275" b="0" i="0" dirty="0">
                <a:solidFill>
                  <a:srgbClr val="21191A"/>
                </a:solidFill>
              </a:rPr>
              <a:t> </a:t>
            </a:r>
            <a:r>
              <a:rPr sz="1275" b="0" i="0" dirty="0" err="1">
                <a:solidFill>
                  <a:srgbClr val="21191A"/>
                </a:solidFill>
              </a:rPr>
              <a:t>duplicidades</a:t>
            </a:r>
            <a:r>
              <a:rPr sz="1275" b="0" i="0" dirty="0">
                <a:solidFill>
                  <a:srgbClr val="21191A"/>
                </a:solidFill>
              </a:rPr>
              <a:t> </a:t>
            </a:r>
            <a:r>
              <a:rPr sz="1275" b="0" i="0" dirty="0" err="1">
                <a:solidFill>
                  <a:srgbClr val="21191A"/>
                </a:solidFill>
              </a:rPr>
              <a:t>após</a:t>
            </a:r>
            <a:r>
              <a:rPr sz="1275" b="0" i="0" dirty="0">
                <a:solidFill>
                  <a:srgbClr val="21191A"/>
                </a:solidFill>
              </a:rPr>
              <a:t> </a:t>
            </a:r>
            <a:r>
              <a:rPr sz="1275" b="0" i="0" dirty="0" err="1">
                <a:solidFill>
                  <a:srgbClr val="21191A"/>
                </a:solidFill>
              </a:rPr>
              <a:t>excluir</a:t>
            </a:r>
            <a:r>
              <a:rPr sz="1275" b="0" i="0" dirty="0">
                <a:solidFill>
                  <a:srgbClr val="21191A"/>
                </a:solidFill>
              </a:rPr>
              <a:t> o </a:t>
            </a:r>
            <a:r>
              <a:rPr sz="1275" b="0" i="0" dirty="0" err="1">
                <a:solidFill>
                  <a:srgbClr val="21191A"/>
                </a:solidFill>
              </a:rPr>
              <a:t>identificador</a:t>
            </a:r>
            <a:r>
              <a:rPr sz="1275" b="0" i="0" dirty="0">
                <a:solidFill>
                  <a:srgbClr val="21191A"/>
                </a:solidFill>
              </a:rPr>
              <a:t>.</a:t>
            </a:r>
            <a:endParaRPr lang="pt-BR" sz="1275" b="0" i="0" dirty="0">
              <a:solidFill>
                <a:srgbClr val="21191A"/>
              </a:solidFill>
            </a:endParaRPr>
          </a:p>
          <a:p>
            <a:pPr marL="342900" indent="-342900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r>
              <a:rPr lang="pt-BR" dirty="0"/>
              <a:t>Testar estratégias para o desbalanceamento e calibrar o limiar de decisão.</a:t>
            </a:r>
          </a:p>
          <a:p>
            <a:pPr marL="342900" indent="-342900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r>
              <a:rPr lang="pt-BR" dirty="0"/>
              <a:t>Validar em nova amostra antes de uso operacional.</a:t>
            </a:r>
          </a:p>
          <a:p>
            <a:pPr marL="342900" indent="-342900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endParaRPr lang="pt-BR" dirty="0"/>
          </a:p>
          <a:p>
            <a:pPr marL="342900" indent="-342900" algn="l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endParaRPr sz="1275" b="0" i="0" dirty="0">
              <a:solidFill>
                <a:srgbClr val="21191A"/>
              </a:solidFill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D880962-5CCF-4930-8412-62859876EC28}"/>
              </a:ext>
            </a:extLst>
          </p:cNvPr>
          <p:cNvSpPr>
            <a:spLocks noGrp="1"/>
          </p:cNvSpPr>
          <p:nvPr/>
        </p:nvSpPr>
        <p:spPr>
          <a:xfrm>
            <a:off x="1190625" y="3400425"/>
            <a:ext cx="3714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 i="0">
                <a:solidFill>
                  <a:srgbClr val="21191A"/>
                </a:solidFill>
              </a:defRPr>
            </a:defPPr>
            <a:lvl1pPr algn="l">
              <a:defRPr sz="1275" b="0" i="0">
                <a:solidFill>
                  <a:srgbClr val="21191A"/>
                </a:solidFill>
              </a:defRPr>
            </a:lvl1pPr>
            <a:lvl2pPr algn="l">
              <a:defRPr sz="1275" b="0" i="0">
                <a:solidFill>
                  <a:srgbClr val="21191A"/>
                </a:solidFill>
              </a:defRPr>
            </a:lvl2pPr>
            <a:lvl3pPr algn="l">
              <a:defRPr sz="1275" b="0" i="0">
                <a:solidFill>
                  <a:srgbClr val="21191A"/>
                </a:solidFill>
              </a:defRPr>
            </a:lvl3pPr>
            <a:lvl4pPr algn="l">
              <a:defRPr sz="1275" b="0" i="0">
                <a:solidFill>
                  <a:srgbClr val="21191A"/>
                </a:solidFill>
              </a:defRPr>
            </a:lvl4pPr>
            <a:lvl5pPr algn="l">
              <a:defRPr sz="1275" b="0" i="0">
                <a:solidFill>
                  <a:srgbClr val="21191A"/>
                </a:solidFill>
              </a:defRPr>
            </a:lvl5pPr>
            <a:lvl6pPr algn="l">
              <a:defRPr sz="1275" b="0" i="0">
                <a:solidFill>
                  <a:srgbClr val="21191A"/>
                </a:solidFill>
              </a:defRPr>
            </a:lvl6pPr>
            <a:lvl7pPr algn="l">
              <a:defRPr sz="1275" b="0" i="0">
                <a:solidFill>
                  <a:srgbClr val="21191A"/>
                </a:solidFill>
              </a:defRPr>
            </a:lvl7pPr>
            <a:lvl8pPr algn="l">
              <a:defRPr sz="1275" b="0" i="0">
                <a:solidFill>
                  <a:srgbClr val="21191A"/>
                </a:solidFill>
              </a:defRPr>
            </a:lvl8pPr>
            <a:lvl9pPr algn="l">
              <a:defRPr sz="1275" b="0" i="0">
                <a:solidFill>
                  <a:srgbClr val="21191A"/>
                </a:solidFill>
              </a:defRPr>
            </a:lvl9pPr>
          </a:lstStyle>
          <a:p>
            <a:pPr algn="l">
              <a:defRPr sz="1275" b="0" i="0">
                <a:solidFill>
                  <a:srgbClr val="21191A"/>
                </a:solidFill>
              </a:defRPr>
            </a:pPr>
            <a:endParaRPr sz="1275" b="0" i="0" dirty="0">
              <a:solidFill>
                <a:srgbClr val="21191A"/>
              </a:solidFill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7F7910F-C23A-4C38-8C6D-B00BB03DA9A6}"/>
              </a:ext>
            </a:extLst>
          </p:cNvPr>
          <p:cNvSpPr>
            <a:spLocks noGrp="1"/>
          </p:cNvSpPr>
          <p:nvPr/>
        </p:nvSpPr>
        <p:spPr>
          <a:xfrm>
            <a:off x="1190625" y="4200525"/>
            <a:ext cx="3714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 i="0">
                <a:solidFill>
                  <a:srgbClr val="21191A"/>
                </a:solidFill>
              </a:defRPr>
            </a:defPPr>
            <a:lvl1pPr algn="l">
              <a:defRPr sz="1275" b="0" i="0">
                <a:solidFill>
                  <a:srgbClr val="21191A"/>
                </a:solidFill>
              </a:defRPr>
            </a:lvl1pPr>
            <a:lvl2pPr algn="l">
              <a:defRPr sz="1275" b="0" i="0">
                <a:solidFill>
                  <a:srgbClr val="21191A"/>
                </a:solidFill>
              </a:defRPr>
            </a:lvl2pPr>
            <a:lvl3pPr algn="l">
              <a:defRPr sz="1275" b="0" i="0">
                <a:solidFill>
                  <a:srgbClr val="21191A"/>
                </a:solidFill>
              </a:defRPr>
            </a:lvl3pPr>
            <a:lvl4pPr algn="l">
              <a:defRPr sz="1275" b="0" i="0">
                <a:solidFill>
                  <a:srgbClr val="21191A"/>
                </a:solidFill>
              </a:defRPr>
            </a:lvl4pPr>
            <a:lvl5pPr algn="l">
              <a:defRPr sz="1275" b="0" i="0">
                <a:solidFill>
                  <a:srgbClr val="21191A"/>
                </a:solidFill>
              </a:defRPr>
            </a:lvl5pPr>
            <a:lvl6pPr algn="l">
              <a:defRPr sz="1275" b="0" i="0">
                <a:solidFill>
                  <a:srgbClr val="21191A"/>
                </a:solidFill>
              </a:defRPr>
            </a:lvl6pPr>
            <a:lvl7pPr algn="l">
              <a:defRPr sz="1275" b="0" i="0">
                <a:solidFill>
                  <a:srgbClr val="21191A"/>
                </a:solidFill>
              </a:defRPr>
            </a:lvl7pPr>
            <a:lvl8pPr algn="l">
              <a:defRPr sz="1275" b="0" i="0">
                <a:solidFill>
                  <a:srgbClr val="21191A"/>
                </a:solidFill>
              </a:defRPr>
            </a:lvl8pPr>
            <a:lvl9pPr algn="l">
              <a:defRPr sz="1275" b="0" i="0">
                <a:solidFill>
                  <a:srgbClr val="21191A"/>
                </a:solidFill>
              </a:defRPr>
            </a:lvl9pPr>
          </a:lstStyle>
          <a:p>
            <a:pPr algn="l">
              <a:defRPr sz="1275" b="0" i="0">
                <a:solidFill>
                  <a:srgbClr val="21191A"/>
                </a:solidFill>
              </a:defRPr>
            </a:pPr>
            <a:endParaRPr sz="1275" b="0" i="0" dirty="0">
              <a:solidFill>
                <a:srgbClr val="21191A"/>
              </a:solidFill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85898B9-1228-8657-F6C3-026A71A94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713" y="879581"/>
            <a:ext cx="6439399" cy="1505933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95C7E822-47C3-3D74-6051-4176D5F4A660}"/>
              </a:ext>
            </a:extLst>
          </p:cNvPr>
          <p:cNvSpPr>
            <a:spLocks noGrp="1"/>
          </p:cNvSpPr>
          <p:nvPr/>
        </p:nvSpPr>
        <p:spPr>
          <a:xfrm>
            <a:off x="5270205" y="576761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 i="0">
                <a:solidFill>
                  <a:srgbClr val="1F6A57"/>
                </a:solidFill>
              </a:defRPr>
            </a:defPPr>
            <a:lvl1pPr algn="l">
              <a:defRPr sz="1350" b="1" i="0">
                <a:solidFill>
                  <a:srgbClr val="1F6A57"/>
                </a:solidFill>
              </a:defRPr>
            </a:lvl1pPr>
            <a:lvl2pPr algn="l">
              <a:defRPr sz="1350" b="1" i="0">
                <a:solidFill>
                  <a:srgbClr val="1F6A57"/>
                </a:solidFill>
              </a:defRPr>
            </a:lvl2pPr>
            <a:lvl3pPr algn="l">
              <a:defRPr sz="1350" b="1" i="0">
                <a:solidFill>
                  <a:srgbClr val="1F6A57"/>
                </a:solidFill>
              </a:defRPr>
            </a:lvl3pPr>
            <a:lvl4pPr algn="l">
              <a:defRPr sz="1350" b="1" i="0">
                <a:solidFill>
                  <a:srgbClr val="1F6A57"/>
                </a:solidFill>
              </a:defRPr>
            </a:lvl4pPr>
            <a:lvl5pPr algn="l">
              <a:defRPr sz="1350" b="1" i="0">
                <a:solidFill>
                  <a:srgbClr val="1F6A57"/>
                </a:solidFill>
              </a:defRPr>
            </a:lvl5pPr>
            <a:lvl6pPr algn="l">
              <a:defRPr sz="1350" b="1" i="0">
                <a:solidFill>
                  <a:srgbClr val="1F6A57"/>
                </a:solidFill>
              </a:defRPr>
            </a:lvl6pPr>
            <a:lvl7pPr algn="l">
              <a:defRPr sz="1350" b="1" i="0">
                <a:solidFill>
                  <a:srgbClr val="1F6A57"/>
                </a:solidFill>
              </a:defRPr>
            </a:lvl7pPr>
            <a:lvl8pPr algn="l">
              <a:defRPr sz="1350" b="1" i="0">
                <a:solidFill>
                  <a:srgbClr val="1F6A57"/>
                </a:solidFill>
              </a:defRPr>
            </a:lvl8pPr>
            <a:lvl9pPr algn="l">
              <a:defRPr sz="1350" b="1" i="0">
                <a:solidFill>
                  <a:srgbClr val="1F6A57"/>
                </a:solidFill>
              </a:defRPr>
            </a:lvl9pPr>
          </a:lstStyle>
          <a:p>
            <a:pPr algn="l">
              <a:defRPr sz="1350" b="1" i="0">
                <a:solidFill>
                  <a:srgbClr val="1F6A57"/>
                </a:solidFill>
              </a:defRPr>
            </a:pPr>
            <a:r>
              <a:rPr lang="pt-BR" sz="1350" b="1" i="0" dirty="0">
                <a:solidFill>
                  <a:srgbClr val="1F6A57"/>
                </a:solidFill>
              </a:rPr>
              <a:t>Treinamento do Modelo quando não está salvo</a:t>
            </a:r>
            <a:endParaRPr sz="1350" b="1" i="0" dirty="0">
              <a:solidFill>
                <a:srgbClr val="1F6A57"/>
              </a:solidFill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701F239-2253-5023-9B80-60A779ECEADB}"/>
              </a:ext>
            </a:extLst>
          </p:cNvPr>
          <p:cNvSpPr>
            <a:spLocks noGrp="1"/>
          </p:cNvSpPr>
          <p:nvPr/>
        </p:nvSpPr>
        <p:spPr>
          <a:xfrm>
            <a:off x="5388713" y="3076575"/>
            <a:ext cx="2447482" cy="783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 i="0">
                <a:solidFill>
                  <a:srgbClr val="1F6A57"/>
                </a:solidFill>
              </a:defRPr>
            </a:defPPr>
            <a:lvl1pPr algn="l">
              <a:defRPr sz="1350" b="1" i="0">
                <a:solidFill>
                  <a:srgbClr val="1F6A57"/>
                </a:solidFill>
              </a:defRPr>
            </a:lvl1pPr>
            <a:lvl2pPr algn="l">
              <a:defRPr sz="1350" b="1" i="0">
                <a:solidFill>
                  <a:srgbClr val="1F6A57"/>
                </a:solidFill>
              </a:defRPr>
            </a:lvl2pPr>
            <a:lvl3pPr algn="l">
              <a:defRPr sz="1350" b="1" i="0">
                <a:solidFill>
                  <a:srgbClr val="1F6A57"/>
                </a:solidFill>
              </a:defRPr>
            </a:lvl3pPr>
            <a:lvl4pPr algn="l">
              <a:defRPr sz="1350" b="1" i="0">
                <a:solidFill>
                  <a:srgbClr val="1F6A57"/>
                </a:solidFill>
              </a:defRPr>
            </a:lvl4pPr>
            <a:lvl5pPr algn="l">
              <a:defRPr sz="1350" b="1" i="0">
                <a:solidFill>
                  <a:srgbClr val="1F6A57"/>
                </a:solidFill>
              </a:defRPr>
            </a:lvl5pPr>
            <a:lvl6pPr algn="l">
              <a:defRPr sz="1350" b="1" i="0">
                <a:solidFill>
                  <a:srgbClr val="1F6A57"/>
                </a:solidFill>
              </a:defRPr>
            </a:lvl6pPr>
            <a:lvl7pPr algn="l">
              <a:defRPr sz="1350" b="1" i="0">
                <a:solidFill>
                  <a:srgbClr val="1F6A57"/>
                </a:solidFill>
              </a:defRPr>
            </a:lvl7pPr>
            <a:lvl8pPr algn="l">
              <a:defRPr sz="1350" b="1" i="0">
                <a:solidFill>
                  <a:srgbClr val="1F6A57"/>
                </a:solidFill>
              </a:defRPr>
            </a:lvl8pPr>
            <a:lvl9pPr algn="l">
              <a:defRPr sz="1350" b="1" i="0">
                <a:solidFill>
                  <a:srgbClr val="1F6A57"/>
                </a:solidFill>
              </a:defRPr>
            </a:lvl9pPr>
          </a:lstStyle>
          <a:p>
            <a:pPr algn="l">
              <a:defRPr sz="1350" b="1" i="0">
                <a:solidFill>
                  <a:srgbClr val="1F6A57"/>
                </a:solidFill>
              </a:defRPr>
            </a:pPr>
            <a:r>
              <a:rPr lang="pt-BR" sz="1350" b="1" i="0" dirty="0">
                <a:solidFill>
                  <a:srgbClr val="1F6A57"/>
                </a:solidFill>
              </a:rPr>
              <a:t>Utilização do Modelo para aplicação da </a:t>
            </a:r>
            <a:r>
              <a:rPr lang="pt-BR" sz="1350" b="1" i="0" dirty="0" err="1">
                <a:solidFill>
                  <a:srgbClr val="1F6A57"/>
                </a:solidFill>
              </a:rPr>
              <a:t>estatistica</a:t>
            </a:r>
            <a:endParaRPr sz="1350" b="1" i="0" dirty="0">
              <a:solidFill>
                <a:srgbClr val="1F6A57"/>
              </a:solidFill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66391246-DA9E-4CA4-AE11-A3C38A392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159" y="3028728"/>
            <a:ext cx="3515216" cy="3381847"/>
          </a:xfrm>
          <a:prstGeom prst="rect">
            <a:avLst/>
          </a:prstGeom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AB10474A-65EC-F67A-3CF6-07C6F96CC4CC}"/>
              </a:ext>
            </a:extLst>
          </p:cNvPr>
          <p:cNvSpPr>
            <a:spLocks noGrp="1"/>
          </p:cNvSpPr>
          <p:nvPr/>
        </p:nvSpPr>
        <p:spPr>
          <a:xfrm>
            <a:off x="664534" y="4091487"/>
            <a:ext cx="4191000" cy="5143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 i="0">
                <a:solidFill>
                  <a:srgbClr val="1F6A57"/>
                </a:solidFill>
              </a:defRPr>
            </a:defPPr>
            <a:lvl1pPr algn="l">
              <a:defRPr sz="1350" b="1" i="0">
                <a:solidFill>
                  <a:srgbClr val="1F6A57"/>
                </a:solidFill>
              </a:defRPr>
            </a:lvl1pPr>
            <a:lvl2pPr algn="l">
              <a:defRPr sz="1350" b="1" i="0">
                <a:solidFill>
                  <a:srgbClr val="1F6A57"/>
                </a:solidFill>
              </a:defRPr>
            </a:lvl2pPr>
            <a:lvl3pPr algn="l">
              <a:defRPr sz="1350" b="1" i="0">
                <a:solidFill>
                  <a:srgbClr val="1F6A57"/>
                </a:solidFill>
              </a:defRPr>
            </a:lvl3pPr>
            <a:lvl4pPr algn="l">
              <a:defRPr sz="1350" b="1" i="0">
                <a:solidFill>
                  <a:srgbClr val="1F6A57"/>
                </a:solidFill>
              </a:defRPr>
            </a:lvl4pPr>
            <a:lvl5pPr algn="l">
              <a:defRPr sz="1350" b="1" i="0">
                <a:solidFill>
                  <a:srgbClr val="1F6A57"/>
                </a:solidFill>
              </a:defRPr>
            </a:lvl5pPr>
            <a:lvl6pPr algn="l">
              <a:defRPr sz="1350" b="1" i="0">
                <a:solidFill>
                  <a:srgbClr val="1F6A57"/>
                </a:solidFill>
              </a:defRPr>
            </a:lvl6pPr>
            <a:lvl7pPr algn="l">
              <a:defRPr sz="1350" b="1" i="0">
                <a:solidFill>
                  <a:srgbClr val="1F6A57"/>
                </a:solidFill>
              </a:defRPr>
            </a:lvl7pPr>
            <a:lvl8pPr algn="l">
              <a:defRPr sz="1350" b="1" i="0">
                <a:solidFill>
                  <a:srgbClr val="1F6A57"/>
                </a:solidFill>
              </a:defRPr>
            </a:lvl8pPr>
            <a:lvl9pPr algn="l">
              <a:defRPr sz="1350" b="1" i="0">
                <a:solidFill>
                  <a:srgbClr val="1F6A57"/>
                </a:solidFill>
              </a:defRPr>
            </a:lvl9pPr>
          </a:lstStyle>
          <a:p>
            <a:pPr algn="l">
              <a:defRPr sz="1350" b="1" i="0">
                <a:solidFill>
                  <a:srgbClr val="1F6A57"/>
                </a:solidFill>
              </a:defRPr>
            </a:pPr>
            <a:r>
              <a:rPr sz="1350" b="1" i="0" dirty="0" err="1">
                <a:solidFill>
                  <a:srgbClr val="1F6A57"/>
                </a:solidFill>
              </a:rPr>
              <a:t>Próximos</a:t>
            </a:r>
            <a:r>
              <a:rPr sz="1350" b="1" i="0" dirty="0">
                <a:solidFill>
                  <a:srgbClr val="1F6A57"/>
                </a:solidFill>
              </a:rPr>
              <a:t> </a:t>
            </a:r>
            <a:r>
              <a:rPr sz="1350" b="1" i="0" dirty="0" err="1">
                <a:solidFill>
                  <a:srgbClr val="1F6A57"/>
                </a:solidFill>
              </a:rPr>
              <a:t>passos</a:t>
            </a:r>
            <a:r>
              <a:rPr sz="1350" b="1" i="0" dirty="0">
                <a:solidFill>
                  <a:srgbClr val="1F6A57"/>
                </a:solidFill>
              </a:rPr>
              <a:t> </a:t>
            </a:r>
            <a:r>
              <a:rPr sz="1350" b="1" i="0" dirty="0" err="1">
                <a:solidFill>
                  <a:srgbClr val="1F6A57"/>
                </a:solidFill>
              </a:rPr>
              <a:t>recomendados</a:t>
            </a:r>
            <a:r>
              <a:rPr lang="pt-BR" sz="1350" b="1" i="0" dirty="0">
                <a:solidFill>
                  <a:srgbClr val="1F6A57"/>
                </a:solidFill>
              </a:rPr>
              <a:t> para o sistema aplicado</a:t>
            </a:r>
            <a:endParaRPr sz="1350" b="1" i="0" dirty="0">
              <a:solidFill>
                <a:srgbClr val="1F6A57"/>
              </a:solidFill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ADD000B-81A5-1397-EA8C-F209CAB4670F}"/>
              </a:ext>
            </a:extLst>
          </p:cNvPr>
          <p:cNvSpPr>
            <a:spLocks noGrp="1"/>
          </p:cNvSpPr>
          <p:nvPr/>
        </p:nvSpPr>
        <p:spPr>
          <a:xfrm>
            <a:off x="733425" y="4676775"/>
            <a:ext cx="4171950" cy="12593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 i="0">
                <a:solidFill>
                  <a:srgbClr val="21191A"/>
                </a:solidFill>
              </a:defRPr>
            </a:defPPr>
            <a:lvl1pPr algn="l">
              <a:defRPr sz="1275" b="0" i="0">
                <a:solidFill>
                  <a:srgbClr val="21191A"/>
                </a:solidFill>
              </a:defRPr>
            </a:lvl1pPr>
            <a:lvl2pPr algn="l">
              <a:defRPr sz="1275" b="0" i="0">
                <a:solidFill>
                  <a:srgbClr val="21191A"/>
                </a:solidFill>
              </a:defRPr>
            </a:lvl2pPr>
            <a:lvl3pPr algn="l">
              <a:defRPr sz="1275" b="0" i="0">
                <a:solidFill>
                  <a:srgbClr val="21191A"/>
                </a:solidFill>
              </a:defRPr>
            </a:lvl3pPr>
            <a:lvl4pPr algn="l">
              <a:defRPr sz="1275" b="0" i="0">
                <a:solidFill>
                  <a:srgbClr val="21191A"/>
                </a:solidFill>
              </a:defRPr>
            </a:lvl4pPr>
            <a:lvl5pPr algn="l">
              <a:defRPr sz="1275" b="0" i="0">
                <a:solidFill>
                  <a:srgbClr val="21191A"/>
                </a:solidFill>
              </a:defRPr>
            </a:lvl5pPr>
            <a:lvl6pPr algn="l">
              <a:defRPr sz="1275" b="0" i="0">
                <a:solidFill>
                  <a:srgbClr val="21191A"/>
                </a:solidFill>
              </a:defRPr>
            </a:lvl6pPr>
            <a:lvl7pPr algn="l">
              <a:defRPr sz="1275" b="0" i="0">
                <a:solidFill>
                  <a:srgbClr val="21191A"/>
                </a:solidFill>
              </a:defRPr>
            </a:lvl7pPr>
            <a:lvl8pPr algn="l">
              <a:defRPr sz="1275" b="0" i="0">
                <a:solidFill>
                  <a:srgbClr val="21191A"/>
                </a:solidFill>
              </a:defRPr>
            </a:lvl8pPr>
            <a:lvl9pPr algn="l">
              <a:defRPr sz="1275" b="0" i="0">
                <a:solidFill>
                  <a:srgbClr val="21191A"/>
                </a:solidFill>
              </a:defRPr>
            </a:lvl9pPr>
          </a:lstStyle>
          <a:p>
            <a:pPr marL="342900" indent="-342900" algn="l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r>
              <a:rPr lang="pt-BR" sz="1275" b="0" i="0" dirty="0">
                <a:solidFill>
                  <a:srgbClr val="21191A"/>
                </a:solidFill>
              </a:rPr>
              <a:t>Possibilidade de subir base de dados;</a:t>
            </a:r>
          </a:p>
          <a:p>
            <a:pPr marL="342900" indent="-342900" algn="l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r>
              <a:rPr lang="pt-BR" dirty="0"/>
              <a:t>Validação dos dados obrigatórios par análise;</a:t>
            </a:r>
          </a:p>
          <a:p>
            <a:pPr marL="342900" indent="-342900" algn="l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r>
              <a:rPr lang="pt-BR" dirty="0"/>
              <a:t>Validação do range permitido para cada parâmetro.</a:t>
            </a:r>
          </a:p>
          <a:p>
            <a:pPr marL="342900" indent="-342900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endParaRPr lang="pt-BR" dirty="0"/>
          </a:p>
          <a:p>
            <a:pPr marL="342900" indent="-342900" algn="l">
              <a:buFont typeface="+mj-lt"/>
              <a:buAutoNum type="arabicPeriod"/>
              <a:defRPr sz="1275" b="0" i="0">
                <a:solidFill>
                  <a:srgbClr val="21191A"/>
                </a:solidFill>
              </a:defRPr>
            </a:pPr>
            <a:endParaRPr sz="1275" b="0" i="0" dirty="0">
              <a:solidFill>
                <a:srgbClr val="2119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624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1475</Words>
  <Application>Microsoft Office PowerPoint</Application>
  <PresentationFormat>Widescreen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Aptos ExtraBold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Fernando Alexandre</dc:creator>
  <cp:lastModifiedBy>Luis Fernando Alexandre</cp:lastModifiedBy>
  <cp:revision>5</cp:revision>
  <dcterms:created xsi:type="dcterms:W3CDTF">2026-10-20T19:02:07Z</dcterms:created>
  <dcterms:modified xsi:type="dcterms:W3CDTF">2026-10-23T00:21:56Z</dcterms:modified>
</cp:coreProperties>
</file>